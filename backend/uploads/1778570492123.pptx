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293" r:id="rId5"/>
    <p:sldId id="294" r:id="rId6"/>
    <p:sldId id="302" r:id="rId7"/>
    <p:sldId id="303" r:id="rId8"/>
    <p:sldId id="304" r:id="rId9"/>
    <p:sldId id="295" r:id="rId10"/>
    <p:sldId id="296" r:id="rId11"/>
    <p:sldId id="297" r:id="rId12"/>
    <p:sldId id="298" r:id="rId13"/>
    <p:sldId id="290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830"/>
    <a:srgbClr val="283F19"/>
    <a:srgbClr val="1D2C12"/>
    <a:srgbClr val="FFFFFF"/>
    <a:srgbClr val="EAF4E4"/>
    <a:srgbClr val="87BC3F"/>
    <a:srgbClr val="C5E0B4"/>
    <a:srgbClr val="A2CD69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54891-01F0-4AFC-8E6E-333479D92446}" v="42" dt="2024-08-27T17:43:08.208"/>
    <p1510:client id="{FC471DF0-A120-4A53-A016-1295BDDC7714}" v="377" dt="2024-08-26T12:41:14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9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KUMAR PANDA" userId="63443e5f5b830fc2" providerId="LiveId" clId="{FC471DF0-A120-4A53-A016-1295BDDC7714}"/>
    <pc:docChg chg="undo custSel addSld delSld modSld">
      <pc:chgData name="SURAJ KUMAR PANDA" userId="63443e5f5b830fc2" providerId="LiveId" clId="{FC471DF0-A120-4A53-A016-1295BDDC7714}" dt="2024-08-26T12:41:29.453" v="1701" actId="962"/>
      <pc:docMkLst>
        <pc:docMk/>
      </pc:docMkLst>
      <pc:sldChg chg="addSp delSp modSp add del mod">
        <pc:chgData name="SURAJ KUMAR PANDA" userId="63443e5f5b830fc2" providerId="LiveId" clId="{FC471DF0-A120-4A53-A016-1295BDDC7714}" dt="2024-08-26T12:41:29.453" v="1701" actId="962"/>
        <pc:sldMkLst>
          <pc:docMk/>
          <pc:sldMk cId="4039132081" sldId="256"/>
        </pc:sldMkLst>
        <pc:picChg chg="add mod">
          <ac:chgData name="SURAJ KUMAR PANDA" userId="63443e5f5b830fc2" providerId="LiveId" clId="{FC471DF0-A120-4A53-A016-1295BDDC7714}" dt="2024-08-26T12:41:29.453" v="1701" actId="962"/>
          <ac:picMkLst>
            <pc:docMk/>
            <pc:sldMk cId="4039132081" sldId="256"/>
            <ac:picMk id="5" creationId="{59A857E5-0CA7-DC6F-3A62-91958B9EA6CB}"/>
          </ac:picMkLst>
        </pc:picChg>
        <pc:picChg chg="del">
          <ac:chgData name="SURAJ KUMAR PANDA" userId="63443e5f5b830fc2" providerId="LiveId" clId="{FC471DF0-A120-4A53-A016-1295BDDC7714}" dt="2024-08-26T12:41:02.821" v="1693" actId="478"/>
          <ac:picMkLst>
            <pc:docMk/>
            <pc:sldMk cId="4039132081" sldId="256"/>
            <ac:picMk id="7" creationId="{8AF40E37-5FA1-2C8C-BA88-39E4C179D0AC}"/>
          </ac:picMkLst>
        </pc:picChg>
      </pc:sldChg>
      <pc:sldChg chg="modSp mod">
        <pc:chgData name="SURAJ KUMAR PANDA" userId="63443e5f5b830fc2" providerId="LiveId" clId="{FC471DF0-A120-4A53-A016-1295BDDC7714}" dt="2024-08-26T11:40:48.006" v="1239" actId="5793"/>
        <pc:sldMkLst>
          <pc:docMk/>
          <pc:sldMk cId="822888187" sldId="257"/>
        </pc:sldMkLst>
        <pc:spChg chg="mod">
          <ac:chgData name="SURAJ KUMAR PANDA" userId="63443e5f5b830fc2" providerId="LiveId" clId="{FC471DF0-A120-4A53-A016-1295BDDC7714}" dt="2024-08-26T11:40:48.006" v="1239" actId="5793"/>
          <ac:spMkLst>
            <pc:docMk/>
            <pc:sldMk cId="822888187" sldId="257"/>
            <ac:spMk id="8" creationId="{1EC46330-3CE4-8CBB-E607-D4F84364EC82}"/>
          </ac:spMkLst>
        </pc:spChg>
      </pc:sldChg>
      <pc:sldChg chg="addSp modSp mod">
        <pc:chgData name="SURAJ KUMAR PANDA" userId="63443e5f5b830fc2" providerId="LiveId" clId="{FC471DF0-A120-4A53-A016-1295BDDC7714}" dt="2024-08-24T05:45:30.379" v="393" actId="113"/>
        <pc:sldMkLst>
          <pc:docMk/>
          <pc:sldMk cId="3586823528" sldId="258"/>
        </pc:sldMkLst>
        <pc:spChg chg="add mod">
          <ac:chgData name="SURAJ KUMAR PANDA" userId="63443e5f5b830fc2" providerId="LiveId" clId="{FC471DF0-A120-4A53-A016-1295BDDC7714}" dt="2024-08-24T05:45:30.379" v="393" actId="113"/>
          <ac:spMkLst>
            <pc:docMk/>
            <pc:sldMk cId="3586823528" sldId="258"/>
            <ac:spMk id="2" creationId="{F7C99CCF-E1B5-7624-C94B-6FEDD27ADAAB}"/>
          </ac:spMkLst>
        </pc:spChg>
        <pc:spChg chg="mod">
          <ac:chgData name="SURAJ KUMAR PANDA" userId="63443e5f5b830fc2" providerId="LiveId" clId="{FC471DF0-A120-4A53-A016-1295BDDC7714}" dt="2024-08-24T05:42:55.707" v="329" actId="313"/>
          <ac:spMkLst>
            <pc:docMk/>
            <pc:sldMk cId="3586823528" sldId="258"/>
            <ac:spMk id="5" creationId="{D9B855C0-C12D-9D42-9A70-890B9A27F1FA}"/>
          </ac:spMkLst>
        </pc:spChg>
        <pc:spChg chg="mod">
          <ac:chgData name="SURAJ KUMAR PANDA" userId="63443e5f5b830fc2" providerId="LiveId" clId="{FC471DF0-A120-4A53-A016-1295BDDC7714}" dt="2024-08-24T05:45:14.923" v="388" actId="1076"/>
          <ac:spMkLst>
            <pc:docMk/>
            <pc:sldMk cId="3586823528" sldId="258"/>
            <ac:spMk id="8" creationId="{1EC46330-3CE4-8CBB-E607-D4F84364EC82}"/>
          </ac:spMkLst>
        </pc:spChg>
      </pc:sldChg>
      <pc:sldChg chg="modSp mod">
        <pc:chgData name="SURAJ KUMAR PANDA" userId="63443e5f5b830fc2" providerId="LiveId" clId="{FC471DF0-A120-4A53-A016-1295BDDC7714}" dt="2024-08-26T12:21:47.729" v="1543" actId="1076"/>
        <pc:sldMkLst>
          <pc:docMk/>
          <pc:sldMk cId="1156862322" sldId="259"/>
        </pc:sldMkLst>
        <pc:spChg chg="mod">
          <ac:chgData name="SURAJ KUMAR PANDA" userId="63443e5f5b830fc2" providerId="LiveId" clId="{FC471DF0-A120-4A53-A016-1295BDDC7714}" dt="2024-08-26T12:21:47.729" v="1543" actId="1076"/>
          <ac:spMkLst>
            <pc:docMk/>
            <pc:sldMk cId="1156862322" sldId="259"/>
            <ac:spMk id="5" creationId="{D9B855C0-C12D-9D42-9A70-890B9A27F1FA}"/>
          </ac:spMkLst>
        </pc:spChg>
      </pc:sldChg>
      <pc:sldChg chg="addSp delSp modSp add mod">
        <pc:chgData name="SURAJ KUMAR PANDA" userId="63443e5f5b830fc2" providerId="LiveId" clId="{FC471DF0-A120-4A53-A016-1295BDDC7714}" dt="2024-08-24T05:42:04.997" v="328" actId="207"/>
        <pc:sldMkLst>
          <pc:docMk/>
          <pc:sldMk cId="3527245598" sldId="260"/>
        </pc:sldMkLst>
        <pc:spChg chg="add del mod">
          <ac:chgData name="SURAJ KUMAR PANDA" userId="63443e5f5b830fc2" providerId="LiveId" clId="{FC471DF0-A120-4A53-A016-1295BDDC7714}" dt="2024-08-24T05:30:43.441" v="234" actId="478"/>
          <ac:spMkLst>
            <pc:docMk/>
            <pc:sldMk cId="3527245598" sldId="260"/>
            <ac:spMk id="3" creationId="{6F85E5E3-6CC8-0EB2-9FD4-115CB484C87D}"/>
          </ac:spMkLst>
        </pc:spChg>
        <pc:spChg chg="mod">
          <ac:chgData name="SURAJ KUMAR PANDA" userId="63443e5f5b830fc2" providerId="LiveId" clId="{FC471DF0-A120-4A53-A016-1295BDDC7714}" dt="2024-08-24T05:29:12.120" v="231" actId="20577"/>
          <ac:spMkLst>
            <pc:docMk/>
            <pc:sldMk cId="3527245598" sldId="260"/>
            <ac:spMk id="5" creationId="{D9B855C0-C12D-9D42-9A70-890B9A27F1FA}"/>
          </ac:spMkLst>
        </pc:spChg>
        <pc:spChg chg="del">
          <ac:chgData name="SURAJ KUMAR PANDA" userId="63443e5f5b830fc2" providerId="LiveId" clId="{FC471DF0-A120-4A53-A016-1295BDDC7714}" dt="2024-08-24T05:30:42.162" v="233" actId="478"/>
          <ac:spMkLst>
            <pc:docMk/>
            <pc:sldMk cId="3527245598" sldId="260"/>
            <ac:spMk id="6" creationId="{96E9E20F-3BAE-3CAA-8BD8-776D824D1614}"/>
          </ac:spMkLst>
        </pc:spChg>
        <pc:spChg chg="del">
          <ac:chgData name="SURAJ KUMAR PANDA" userId="63443e5f5b830fc2" providerId="LiveId" clId="{FC471DF0-A120-4A53-A016-1295BDDC7714}" dt="2024-08-24T05:30:39.917" v="232" actId="478"/>
          <ac:spMkLst>
            <pc:docMk/>
            <pc:sldMk cId="3527245598" sldId="260"/>
            <ac:spMk id="8" creationId="{1EC46330-3CE4-8CBB-E607-D4F84364EC82}"/>
          </ac:spMkLst>
        </pc:spChg>
        <pc:graphicFrameChg chg="add del mod modGraphic">
          <ac:chgData name="SURAJ KUMAR PANDA" userId="63443e5f5b830fc2" providerId="LiveId" clId="{FC471DF0-A120-4A53-A016-1295BDDC7714}" dt="2024-08-24T05:35:01.355" v="268" actId="478"/>
          <ac:graphicFrameMkLst>
            <pc:docMk/>
            <pc:sldMk cId="3527245598" sldId="260"/>
            <ac:graphicFrameMk id="4" creationId="{920D79A0-DA7E-0BAB-EB34-173DE863C612}"/>
          </ac:graphicFrameMkLst>
        </pc:graphicFrameChg>
        <pc:graphicFrameChg chg="add mod modGraphic">
          <ac:chgData name="SURAJ KUMAR PANDA" userId="63443e5f5b830fc2" providerId="LiveId" clId="{FC471DF0-A120-4A53-A016-1295BDDC7714}" dt="2024-08-24T05:35:52.551" v="279" actId="14734"/>
          <ac:graphicFrameMkLst>
            <pc:docMk/>
            <pc:sldMk cId="3527245598" sldId="260"/>
            <ac:graphicFrameMk id="10" creationId="{E2846B5A-84B1-4742-C8F2-787F7FBCCFB8}"/>
          </ac:graphicFrameMkLst>
        </pc:graphicFrameChg>
        <pc:graphicFrameChg chg="add mod modGraphic">
          <ac:chgData name="SURAJ KUMAR PANDA" userId="63443e5f5b830fc2" providerId="LiveId" clId="{FC471DF0-A120-4A53-A016-1295BDDC7714}" dt="2024-08-24T05:42:04.997" v="328" actId="207"/>
          <ac:graphicFrameMkLst>
            <pc:docMk/>
            <pc:sldMk cId="3527245598" sldId="260"/>
            <ac:graphicFrameMk id="11" creationId="{757C6F60-CA75-FF96-8E23-AF1F17C0C6D3}"/>
          </ac:graphicFrameMkLst>
        </pc:graphicFrameChg>
      </pc:sldChg>
      <pc:sldChg chg="modSp add mod modAnim">
        <pc:chgData name="SURAJ KUMAR PANDA" userId="63443e5f5b830fc2" providerId="LiveId" clId="{FC471DF0-A120-4A53-A016-1295BDDC7714}" dt="2024-08-24T05:48:03.515" v="431" actId="207"/>
        <pc:sldMkLst>
          <pc:docMk/>
          <pc:sldMk cId="2820645598" sldId="261"/>
        </pc:sldMkLst>
        <pc:spChg chg="mod">
          <ac:chgData name="SURAJ KUMAR PANDA" userId="63443e5f5b830fc2" providerId="LiveId" clId="{FC471DF0-A120-4A53-A016-1295BDDC7714}" dt="2024-08-24T05:46:52.238" v="418" actId="20577"/>
          <ac:spMkLst>
            <pc:docMk/>
            <pc:sldMk cId="2820645598" sldId="261"/>
            <ac:spMk id="5" creationId="{D9B855C0-C12D-9D42-9A70-890B9A27F1FA}"/>
          </ac:spMkLst>
        </pc:spChg>
        <pc:spChg chg="mod">
          <ac:chgData name="SURAJ KUMAR PANDA" userId="63443e5f5b830fc2" providerId="LiveId" clId="{FC471DF0-A120-4A53-A016-1295BDDC7714}" dt="2024-08-24T05:48:03.515" v="431" actId="207"/>
          <ac:spMkLst>
            <pc:docMk/>
            <pc:sldMk cId="2820645598" sldId="261"/>
            <ac:spMk id="6" creationId="{96E9E20F-3BAE-3CAA-8BD8-776D824D1614}"/>
          </ac:spMkLst>
        </pc:spChg>
        <pc:spChg chg="mod">
          <ac:chgData name="SURAJ KUMAR PANDA" userId="63443e5f5b830fc2" providerId="LiveId" clId="{FC471DF0-A120-4A53-A016-1295BDDC7714}" dt="2024-08-24T05:48:00.612" v="430" actId="207"/>
          <ac:spMkLst>
            <pc:docMk/>
            <pc:sldMk cId="2820645598" sldId="261"/>
            <ac:spMk id="8" creationId="{1EC46330-3CE4-8CBB-E607-D4F84364EC82}"/>
          </ac:spMkLst>
        </pc:spChg>
      </pc:sldChg>
      <pc:sldChg chg="addSp delSp modSp add mod">
        <pc:chgData name="SURAJ KUMAR PANDA" userId="63443e5f5b830fc2" providerId="LiveId" clId="{FC471DF0-A120-4A53-A016-1295BDDC7714}" dt="2024-08-24T06:35:58.802" v="448" actId="255"/>
        <pc:sldMkLst>
          <pc:docMk/>
          <pc:sldMk cId="1235172485" sldId="262"/>
        </pc:sldMkLst>
        <pc:spChg chg="mod">
          <ac:chgData name="SURAJ KUMAR PANDA" userId="63443e5f5b830fc2" providerId="LiveId" clId="{FC471DF0-A120-4A53-A016-1295BDDC7714}" dt="2024-08-24T05:50:55.255" v="435" actId="20577"/>
          <ac:spMkLst>
            <pc:docMk/>
            <pc:sldMk cId="1235172485" sldId="262"/>
            <ac:spMk id="5" creationId="{D9B855C0-C12D-9D42-9A70-890B9A27F1FA}"/>
          </ac:spMkLst>
        </pc:spChg>
        <pc:graphicFrameChg chg="add mod modGraphic">
          <ac:chgData name="SURAJ KUMAR PANDA" userId="63443e5f5b830fc2" providerId="LiveId" clId="{FC471DF0-A120-4A53-A016-1295BDDC7714}" dt="2024-08-24T06:35:58.802" v="448" actId="255"/>
          <ac:graphicFrameMkLst>
            <pc:docMk/>
            <pc:sldMk cId="1235172485" sldId="262"/>
            <ac:graphicFrameMk id="2" creationId="{94661608-2C32-26A9-FE66-6F7B99B32F25}"/>
          </ac:graphicFrameMkLst>
        </pc:graphicFrameChg>
        <pc:graphicFrameChg chg="del">
          <ac:chgData name="SURAJ KUMAR PANDA" userId="63443e5f5b830fc2" providerId="LiveId" clId="{FC471DF0-A120-4A53-A016-1295BDDC7714}" dt="2024-08-24T06:29:53.345" v="437" actId="478"/>
          <ac:graphicFrameMkLst>
            <pc:docMk/>
            <pc:sldMk cId="1235172485" sldId="262"/>
            <ac:graphicFrameMk id="11" creationId="{757C6F60-CA75-FF96-8E23-AF1F17C0C6D3}"/>
          </ac:graphicFrameMkLst>
        </pc:graphicFrameChg>
      </pc:sldChg>
      <pc:sldChg chg="add del">
        <pc:chgData name="SURAJ KUMAR PANDA" userId="63443e5f5b830fc2" providerId="LiveId" clId="{FC471DF0-A120-4A53-A016-1295BDDC7714}" dt="2024-08-24T09:18:52.049" v="591" actId="47"/>
        <pc:sldMkLst>
          <pc:docMk/>
          <pc:sldMk cId="1367659661" sldId="263"/>
        </pc:sldMkLst>
      </pc:sldChg>
      <pc:sldChg chg="addSp delSp modSp add mod">
        <pc:chgData name="SURAJ KUMAR PANDA" userId="63443e5f5b830fc2" providerId="LiveId" clId="{FC471DF0-A120-4A53-A016-1295BDDC7714}" dt="2024-08-24T07:21:19.443" v="503" actId="14100"/>
        <pc:sldMkLst>
          <pc:docMk/>
          <pc:sldMk cId="2103091092" sldId="264"/>
        </pc:sldMkLst>
        <pc:spChg chg="add del mod">
          <ac:chgData name="SURAJ KUMAR PANDA" userId="63443e5f5b830fc2" providerId="LiveId" clId="{FC471DF0-A120-4A53-A016-1295BDDC7714}" dt="2024-08-24T07:18:29.476" v="484" actId="478"/>
          <ac:spMkLst>
            <pc:docMk/>
            <pc:sldMk cId="2103091092" sldId="264"/>
            <ac:spMk id="3" creationId="{54851774-5E20-CCB8-537F-1D907A230327}"/>
          </ac:spMkLst>
        </pc:spChg>
        <pc:spChg chg="mod">
          <ac:chgData name="SURAJ KUMAR PANDA" userId="63443e5f5b830fc2" providerId="LiveId" clId="{FC471DF0-A120-4A53-A016-1295BDDC7714}" dt="2024-08-24T07:03:16.635" v="457" actId="20577"/>
          <ac:spMkLst>
            <pc:docMk/>
            <pc:sldMk cId="2103091092" sldId="264"/>
            <ac:spMk id="5" creationId="{D9B855C0-C12D-9D42-9A70-890B9A27F1FA}"/>
          </ac:spMkLst>
        </pc:spChg>
        <pc:spChg chg="del">
          <ac:chgData name="SURAJ KUMAR PANDA" userId="63443e5f5b830fc2" providerId="LiveId" clId="{FC471DF0-A120-4A53-A016-1295BDDC7714}" dt="2024-08-24T07:18:27.962" v="483" actId="478"/>
          <ac:spMkLst>
            <pc:docMk/>
            <pc:sldMk cId="2103091092" sldId="264"/>
            <ac:spMk id="6" creationId="{96E9E20F-3BAE-3CAA-8BD8-776D824D1614}"/>
          </ac:spMkLst>
        </pc:spChg>
        <pc:spChg chg="del mod">
          <ac:chgData name="SURAJ KUMAR PANDA" userId="63443e5f5b830fc2" providerId="LiveId" clId="{FC471DF0-A120-4A53-A016-1295BDDC7714}" dt="2024-08-24T07:18:26.259" v="482" actId="478"/>
          <ac:spMkLst>
            <pc:docMk/>
            <pc:sldMk cId="2103091092" sldId="264"/>
            <ac:spMk id="8" creationId="{1EC46330-3CE4-8CBB-E607-D4F84364EC82}"/>
          </ac:spMkLst>
        </pc:spChg>
        <pc:picChg chg="add del mod">
          <ac:chgData name="SURAJ KUMAR PANDA" userId="63443e5f5b830fc2" providerId="LiveId" clId="{FC471DF0-A120-4A53-A016-1295BDDC7714}" dt="2024-08-24T07:20:15.548" v="494" actId="478"/>
          <ac:picMkLst>
            <pc:docMk/>
            <pc:sldMk cId="2103091092" sldId="264"/>
            <ac:picMk id="10" creationId="{FAD574F2-25BF-11A2-A2D7-86B60E89F1E4}"/>
          </ac:picMkLst>
        </pc:picChg>
        <pc:picChg chg="add mod">
          <ac:chgData name="SURAJ KUMAR PANDA" userId="63443e5f5b830fc2" providerId="LiveId" clId="{FC471DF0-A120-4A53-A016-1295BDDC7714}" dt="2024-08-24T07:21:19.443" v="503" actId="14100"/>
          <ac:picMkLst>
            <pc:docMk/>
            <pc:sldMk cId="2103091092" sldId="264"/>
            <ac:picMk id="12" creationId="{A63FDE07-33E3-51B4-149D-34EBB528330E}"/>
          </ac:picMkLst>
        </pc:picChg>
      </pc:sldChg>
      <pc:sldChg chg="addSp delSp modSp add mod">
        <pc:chgData name="SURAJ KUMAR PANDA" userId="63443e5f5b830fc2" providerId="LiveId" clId="{FC471DF0-A120-4A53-A016-1295BDDC7714}" dt="2024-08-26T10:38:28.832" v="1008" actId="20577"/>
        <pc:sldMkLst>
          <pc:docMk/>
          <pc:sldMk cId="523979921" sldId="265"/>
        </pc:sldMkLst>
        <pc:spChg chg="add mod">
          <ac:chgData name="SURAJ KUMAR PANDA" userId="63443e5f5b830fc2" providerId="LiveId" clId="{FC471DF0-A120-4A53-A016-1295BDDC7714}" dt="2024-08-26T10:38:28.832" v="1008" actId="20577"/>
          <ac:spMkLst>
            <pc:docMk/>
            <pc:sldMk cId="523979921" sldId="265"/>
            <ac:spMk id="3" creationId="{8DF63851-9905-C16F-D4F4-2D2088ED6EA8}"/>
          </ac:spMkLst>
        </pc:spChg>
        <pc:spChg chg="mod">
          <ac:chgData name="SURAJ KUMAR PANDA" userId="63443e5f5b830fc2" providerId="LiveId" clId="{FC471DF0-A120-4A53-A016-1295BDDC7714}" dt="2024-08-24T07:31:56.946" v="590" actId="20577"/>
          <ac:spMkLst>
            <pc:docMk/>
            <pc:sldMk cId="523979921" sldId="265"/>
            <ac:spMk id="5" creationId="{D9B855C0-C12D-9D42-9A70-890B9A27F1FA}"/>
          </ac:spMkLst>
        </pc:spChg>
        <pc:graphicFrameChg chg="del">
          <ac:chgData name="SURAJ KUMAR PANDA" userId="63443e5f5b830fc2" providerId="LiveId" clId="{FC471DF0-A120-4A53-A016-1295BDDC7714}" dt="2024-08-24T07:28:27.704" v="504" actId="478"/>
          <ac:graphicFrameMkLst>
            <pc:docMk/>
            <pc:sldMk cId="523979921" sldId="265"/>
            <ac:graphicFrameMk id="11" creationId="{757C6F60-CA75-FF96-8E23-AF1F17C0C6D3}"/>
          </ac:graphicFrameMkLst>
        </pc:graphicFrameChg>
      </pc:sldChg>
      <pc:sldChg chg="addSp delSp modSp add mod">
        <pc:chgData name="SURAJ KUMAR PANDA" userId="63443e5f5b830fc2" providerId="LiveId" clId="{FC471DF0-A120-4A53-A016-1295BDDC7714}" dt="2024-08-24T09:47:15.082" v="718" actId="1076"/>
        <pc:sldMkLst>
          <pc:docMk/>
          <pc:sldMk cId="772750355" sldId="266"/>
        </pc:sldMkLst>
        <pc:spChg chg="add mod">
          <ac:chgData name="SURAJ KUMAR PANDA" userId="63443e5f5b830fc2" providerId="LiveId" clId="{FC471DF0-A120-4A53-A016-1295BDDC7714}" dt="2024-08-24T09:45:51.395" v="690" actId="14100"/>
          <ac:spMkLst>
            <pc:docMk/>
            <pc:sldMk cId="772750355" sldId="266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4T09:25:32.631" v="604" actId="20577"/>
          <ac:spMkLst>
            <pc:docMk/>
            <pc:sldMk cId="772750355" sldId="266"/>
            <ac:spMk id="5" creationId="{D9B855C0-C12D-9D42-9A70-890B9A27F1FA}"/>
          </ac:spMkLst>
        </pc:spChg>
        <pc:graphicFrameChg chg="add mod modGraphic">
          <ac:chgData name="SURAJ KUMAR PANDA" userId="63443e5f5b830fc2" providerId="LiveId" clId="{FC471DF0-A120-4A53-A016-1295BDDC7714}" dt="2024-08-24T09:47:15.082" v="718" actId="1076"/>
          <ac:graphicFrameMkLst>
            <pc:docMk/>
            <pc:sldMk cId="772750355" sldId="266"/>
            <ac:graphicFrameMk id="2" creationId="{8468FD54-572B-97BF-E5CC-AA2DA0766A93}"/>
          </ac:graphicFrameMkLst>
        </pc:graphicFrameChg>
        <pc:picChg chg="del">
          <ac:chgData name="SURAJ KUMAR PANDA" userId="63443e5f5b830fc2" providerId="LiveId" clId="{FC471DF0-A120-4A53-A016-1295BDDC7714}" dt="2024-08-24T09:25:39.086" v="605" actId="478"/>
          <ac:picMkLst>
            <pc:docMk/>
            <pc:sldMk cId="772750355" sldId="266"/>
            <ac:picMk id="12" creationId="{A63FDE07-33E3-51B4-149D-34EBB528330E}"/>
          </ac:picMkLst>
        </pc:picChg>
      </pc:sldChg>
      <pc:sldChg chg="addSp delSp modSp add mod modAnim">
        <pc:chgData name="SURAJ KUMAR PANDA" userId="63443e5f5b830fc2" providerId="LiveId" clId="{FC471DF0-A120-4A53-A016-1295BDDC7714}" dt="2024-08-26T11:39:51.431" v="1227" actId="20577"/>
        <pc:sldMkLst>
          <pc:docMk/>
          <pc:sldMk cId="379941538" sldId="267"/>
        </pc:sldMkLst>
        <pc:spChg chg="mod">
          <ac:chgData name="SURAJ KUMAR PANDA" userId="63443e5f5b830fc2" providerId="LiveId" clId="{FC471DF0-A120-4A53-A016-1295BDDC7714}" dt="2024-08-24T09:53:00.727" v="747" actId="14100"/>
          <ac:spMkLst>
            <pc:docMk/>
            <pc:sldMk cId="379941538" sldId="267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6T11:39:51.431" v="1227" actId="20577"/>
          <ac:spMkLst>
            <pc:docMk/>
            <pc:sldMk cId="379941538" sldId="267"/>
            <ac:spMk id="5" creationId="{D9B855C0-C12D-9D42-9A70-890B9A27F1FA}"/>
          </ac:spMkLst>
        </pc:spChg>
        <pc:graphicFrameChg chg="add mod modGraphic">
          <ac:chgData name="SURAJ KUMAR PANDA" userId="63443e5f5b830fc2" providerId="LiveId" clId="{FC471DF0-A120-4A53-A016-1295BDDC7714}" dt="2024-08-26T10:18:00.315" v="987" actId="121"/>
          <ac:graphicFrameMkLst>
            <pc:docMk/>
            <pc:sldMk cId="379941538" sldId="267"/>
            <ac:graphicFrameMk id="2" creationId="{0CA9E3B3-C5D5-40C0-1888-662C39A1CA84}"/>
          </ac:graphicFrameMkLst>
        </pc:graphicFrameChg>
        <pc:graphicFrameChg chg="del">
          <ac:chgData name="SURAJ KUMAR PANDA" userId="63443e5f5b830fc2" providerId="LiveId" clId="{FC471DF0-A120-4A53-A016-1295BDDC7714}" dt="2024-08-24T09:51:29.856" v="740" actId="478"/>
          <ac:graphicFrameMkLst>
            <pc:docMk/>
            <pc:sldMk cId="379941538" sldId="267"/>
            <ac:graphicFrameMk id="2" creationId="{8468FD54-572B-97BF-E5CC-AA2DA0766A93}"/>
          </ac:graphicFrameMkLst>
        </pc:graphicFrameChg>
        <pc:picChg chg="add mod">
          <ac:chgData name="SURAJ KUMAR PANDA" userId="63443e5f5b830fc2" providerId="LiveId" clId="{FC471DF0-A120-4A53-A016-1295BDDC7714}" dt="2024-08-24T09:53:50.550" v="752" actId="14100"/>
          <ac:picMkLst>
            <pc:docMk/>
            <pc:sldMk cId="379941538" sldId="267"/>
            <ac:picMk id="6" creationId="{A60ACBC1-38D0-0789-1007-3A0DD01F3273}"/>
          </ac:picMkLst>
        </pc:picChg>
      </pc:sldChg>
      <pc:sldChg chg="addSp delSp modSp add mod">
        <pc:chgData name="SURAJ KUMAR PANDA" userId="63443e5f5b830fc2" providerId="LiveId" clId="{FC471DF0-A120-4A53-A016-1295BDDC7714}" dt="2024-08-26T11:01:56.009" v="1150" actId="20577"/>
        <pc:sldMkLst>
          <pc:docMk/>
          <pc:sldMk cId="920450084" sldId="268"/>
        </pc:sldMkLst>
        <pc:spChg chg="mod">
          <ac:chgData name="SURAJ KUMAR PANDA" userId="63443e5f5b830fc2" providerId="LiveId" clId="{FC471DF0-A120-4A53-A016-1295BDDC7714}" dt="2024-08-26T11:01:56.009" v="1150" actId="20577"/>
          <ac:spMkLst>
            <pc:docMk/>
            <pc:sldMk cId="920450084" sldId="268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4T09:55:57.021" v="768" actId="20577"/>
          <ac:spMkLst>
            <pc:docMk/>
            <pc:sldMk cId="920450084" sldId="268"/>
            <ac:spMk id="5" creationId="{D9B855C0-C12D-9D42-9A70-890B9A27F1FA}"/>
          </ac:spMkLst>
        </pc:spChg>
        <pc:spChg chg="add mod">
          <ac:chgData name="SURAJ KUMAR PANDA" userId="63443e5f5b830fc2" providerId="LiveId" clId="{FC471DF0-A120-4A53-A016-1295BDDC7714}" dt="2024-08-24T10:15:10.421" v="954" actId="113"/>
          <ac:spMkLst>
            <pc:docMk/>
            <pc:sldMk cId="920450084" sldId="268"/>
            <ac:spMk id="11" creationId="{9216E63F-A383-AE63-F3CA-197B04FF0499}"/>
          </ac:spMkLst>
        </pc:spChg>
        <pc:spChg chg="add mod">
          <ac:chgData name="SURAJ KUMAR PANDA" userId="63443e5f5b830fc2" providerId="LiveId" clId="{FC471DF0-A120-4A53-A016-1295BDDC7714}" dt="2024-08-26T10:59:27.779" v="1145" actId="313"/>
          <ac:spMkLst>
            <pc:docMk/>
            <pc:sldMk cId="920450084" sldId="268"/>
            <ac:spMk id="12" creationId="{1BC8A62C-3090-3FEC-525A-DF06118E5BD6}"/>
          </ac:spMkLst>
        </pc:spChg>
        <pc:graphicFrameChg chg="add del mod modGraphic">
          <ac:chgData name="SURAJ KUMAR PANDA" userId="63443e5f5b830fc2" providerId="LiveId" clId="{FC471DF0-A120-4A53-A016-1295BDDC7714}" dt="2024-08-26T10:48:12.128" v="1090" actId="478"/>
          <ac:graphicFrameMkLst>
            <pc:docMk/>
            <pc:sldMk cId="920450084" sldId="268"/>
            <ac:graphicFrameMk id="2" creationId="{1E1E671C-0429-C83F-A6D8-F0DA50C58B55}"/>
          </ac:graphicFrameMkLst>
        </pc:graphicFrameChg>
        <pc:graphicFrameChg chg="add mod modGraphic">
          <ac:chgData name="SURAJ KUMAR PANDA" userId="63443e5f5b830fc2" providerId="LiveId" clId="{FC471DF0-A120-4A53-A016-1295BDDC7714}" dt="2024-08-26T10:59:24.472" v="1144" actId="1076"/>
          <ac:graphicFrameMkLst>
            <pc:docMk/>
            <pc:sldMk cId="920450084" sldId="268"/>
            <ac:graphicFrameMk id="6" creationId="{12A12118-7C03-4686-27EF-EA5A8D65B07A}"/>
          </ac:graphicFrameMkLst>
        </pc:graphicFrameChg>
        <pc:picChg chg="add mod">
          <ac:chgData name="SURAJ KUMAR PANDA" userId="63443e5f5b830fc2" providerId="LiveId" clId="{FC471DF0-A120-4A53-A016-1295BDDC7714}" dt="2024-08-24T10:00:28.260" v="781" actId="1076"/>
          <ac:picMkLst>
            <pc:docMk/>
            <pc:sldMk cId="920450084" sldId="268"/>
            <ac:picMk id="4" creationId="{6E0C9D57-02F7-2089-0EEC-672EB7780FC8}"/>
          </ac:picMkLst>
        </pc:picChg>
        <pc:picChg chg="del">
          <ac:chgData name="SURAJ KUMAR PANDA" userId="63443e5f5b830fc2" providerId="LiveId" clId="{FC471DF0-A120-4A53-A016-1295BDDC7714}" dt="2024-08-24T09:57:08.820" v="773" actId="478"/>
          <ac:picMkLst>
            <pc:docMk/>
            <pc:sldMk cId="920450084" sldId="268"/>
            <ac:picMk id="6" creationId="{A60ACBC1-38D0-0789-1007-3A0DD01F3273}"/>
          </ac:picMkLst>
        </pc:picChg>
        <pc:picChg chg="add mod">
          <ac:chgData name="SURAJ KUMAR PANDA" userId="63443e5f5b830fc2" providerId="LiveId" clId="{FC471DF0-A120-4A53-A016-1295BDDC7714}" dt="2024-08-26T10:59:33.690" v="1146" actId="1076"/>
          <ac:picMkLst>
            <pc:docMk/>
            <pc:sldMk cId="920450084" sldId="268"/>
            <ac:picMk id="10" creationId="{1CAA4070-0233-A4E9-96EA-3B9D91FC80CB}"/>
          </ac:picMkLst>
        </pc:picChg>
      </pc:sldChg>
      <pc:sldChg chg="addSp delSp modSp add mod">
        <pc:chgData name="SURAJ KUMAR PANDA" userId="63443e5f5b830fc2" providerId="LiveId" clId="{FC471DF0-A120-4A53-A016-1295BDDC7714}" dt="2024-08-26T11:39:27.255" v="1224" actId="14100"/>
        <pc:sldMkLst>
          <pc:docMk/>
          <pc:sldMk cId="3512668548" sldId="269"/>
        </pc:sldMkLst>
        <pc:spChg chg="mod">
          <ac:chgData name="SURAJ KUMAR PANDA" userId="63443e5f5b830fc2" providerId="LiveId" clId="{FC471DF0-A120-4A53-A016-1295BDDC7714}" dt="2024-08-26T11:34:03.477" v="1211" actId="20577"/>
          <ac:spMkLst>
            <pc:docMk/>
            <pc:sldMk cId="3512668548" sldId="269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6T11:06:47.252" v="1200" actId="20577"/>
          <ac:spMkLst>
            <pc:docMk/>
            <pc:sldMk cId="3512668548" sldId="269"/>
            <ac:spMk id="5" creationId="{D9B855C0-C12D-9D42-9A70-890B9A27F1FA}"/>
          </ac:spMkLst>
        </pc:spChg>
        <pc:graphicFrameChg chg="del modGraphic">
          <ac:chgData name="SURAJ KUMAR PANDA" userId="63443e5f5b830fc2" providerId="LiveId" clId="{FC471DF0-A120-4A53-A016-1295BDDC7714}" dt="2024-08-26T11:37:37.652" v="1212" actId="478"/>
          <ac:graphicFrameMkLst>
            <pc:docMk/>
            <pc:sldMk cId="3512668548" sldId="269"/>
            <ac:graphicFrameMk id="2" creationId="{0CA9E3B3-C5D5-40C0-1888-662C39A1CA84}"/>
          </ac:graphicFrameMkLst>
        </pc:graphicFrameChg>
        <pc:graphicFrameChg chg="add mod modGraphic">
          <ac:chgData name="SURAJ KUMAR PANDA" userId="63443e5f5b830fc2" providerId="LiveId" clId="{FC471DF0-A120-4A53-A016-1295BDDC7714}" dt="2024-08-26T11:39:19.413" v="1222" actId="1076"/>
          <ac:graphicFrameMkLst>
            <pc:docMk/>
            <pc:sldMk cId="3512668548" sldId="269"/>
            <ac:graphicFrameMk id="4" creationId="{70C9D1B6-AD63-414A-C27B-A882EC0E549C}"/>
          </ac:graphicFrameMkLst>
        </pc:graphicFrameChg>
        <pc:picChg chg="del">
          <ac:chgData name="SURAJ KUMAR PANDA" userId="63443e5f5b830fc2" providerId="LiveId" clId="{FC471DF0-A120-4A53-A016-1295BDDC7714}" dt="2024-08-26T11:38:57.340" v="1217" actId="478"/>
          <ac:picMkLst>
            <pc:docMk/>
            <pc:sldMk cId="3512668548" sldId="269"/>
            <ac:picMk id="6" creationId="{A60ACBC1-38D0-0789-1007-3A0DD01F3273}"/>
          </ac:picMkLst>
        </pc:picChg>
        <pc:picChg chg="add mod">
          <ac:chgData name="SURAJ KUMAR PANDA" userId="63443e5f5b830fc2" providerId="LiveId" clId="{FC471DF0-A120-4A53-A016-1295BDDC7714}" dt="2024-08-26T11:39:27.255" v="1224" actId="14100"/>
          <ac:picMkLst>
            <pc:docMk/>
            <pc:sldMk cId="3512668548" sldId="269"/>
            <ac:picMk id="10" creationId="{D83F7119-304F-B1E7-5FF4-C060912D0722}"/>
          </ac:picMkLst>
        </pc:picChg>
      </pc:sldChg>
      <pc:sldChg chg="addSp delSp modSp add mod modAnim">
        <pc:chgData name="SURAJ KUMAR PANDA" userId="63443e5f5b830fc2" providerId="LiveId" clId="{FC471DF0-A120-4A53-A016-1295BDDC7714}" dt="2024-08-26T11:48:24.500" v="1410" actId="20577"/>
        <pc:sldMkLst>
          <pc:docMk/>
          <pc:sldMk cId="1161244380" sldId="270"/>
        </pc:sldMkLst>
        <pc:spChg chg="mod">
          <ac:chgData name="SURAJ KUMAR PANDA" userId="63443e5f5b830fc2" providerId="LiveId" clId="{FC471DF0-A120-4A53-A016-1295BDDC7714}" dt="2024-08-26T11:45:41.808" v="1397" actId="14100"/>
          <ac:spMkLst>
            <pc:docMk/>
            <pc:sldMk cId="1161244380" sldId="270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6T11:43:35.292" v="1391" actId="6549"/>
          <ac:spMkLst>
            <pc:docMk/>
            <pc:sldMk cId="1161244380" sldId="270"/>
            <ac:spMk id="5" creationId="{D9B855C0-C12D-9D42-9A70-890B9A27F1FA}"/>
          </ac:spMkLst>
        </pc:spChg>
        <pc:graphicFrameChg chg="del">
          <ac:chgData name="SURAJ KUMAR PANDA" userId="63443e5f5b830fc2" providerId="LiveId" clId="{FC471DF0-A120-4A53-A016-1295BDDC7714}" dt="2024-08-26T11:45:18.750" v="1395" actId="478"/>
          <ac:graphicFrameMkLst>
            <pc:docMk/>
            <pc:sldMk cId="1161244380" sldId="270"/>
            <ac:graphicFrameMk id="4" creationId="{70C9D1B6-AD63-414A-C27B-A882EC0E549C}"/>
          </ac:graphicFrameMkLst>
        </pc:graphicFrameChg>
        <pc:graphicFrameChg chg="add mod modGraphic">
          <ac:chgData name="SURAJ KUMAR PANDA" userId="63443e5f5b830fc2" providerId="LiveId" clId="{FC471DF0-A120-4A53-A016-1295BDDC7714}" dt="2024-08-26T11:48:24.500" v="1410" actId="20577"/>
          <ac:graphicFrameMkLst>
            <pc:docMk/>
            <pc:sldMk cId="1161244380" sldId="270"/>
            <ac:graphicFrameMk id="8" creationId="{70502CF1-C26E-DBE4-B69E-F6E538BADE9F}"/>
          </ac:graphicFrameMkLst>
        </pc:graphicFrameChg>
        <pc:picChg chg="add mod">
          <ac:chgData name="SURAJ KUMAR PANDA" userId="63443e5f5b830fc2" providerId="LiveId" clId="{FC471DF0-A120-4A53-A016-1295BDDC7714}" dt="2024-08-26T11:45:51.067" v="1401" actId="1076"/>
          <ac:picMkLst>
            <pc:docMk/>
            <pc:sldMk cId="1161244380" sldId="270"/>
            <ac:picMk id="6" creationId="{C50818DF-2D61-E720-EFDA-16E4400B94DD}"/>
          </ac:picMkLst>
        </pc:picChg>
        <pc:picChg chg="del">
          <ac:chgData name="SURAJ KUMAR PANDA" userId="63443e5f5b830fc2" providerId="LiveId" clId="{FC471DF0-A120-4A53-A016-1295BDDC7714}" dt="2024-08-26T11:44:28.277" v="1392" actId="478"/>
          <ac:picMkLst>
            <pc:docMk/>
            <pc:sldMk cId="1161244380" sldId="270"/>
            <ac:picMk id="10" creationId="{D83F7119-304F-B1E7-5FF4-C060912D0722}"/>
          </ac:picMkLst>
        </pc:picChg>
      </pc:sldChg>
      <pc:sldChg chg="addSp delSp modSp add mod">
        <pc:chgData name="SURAJ KUMAR PANDA" userId="63443e5f5b830fc2" providerId="LiveId" clId="{FC471DF0-A120-4A53-A016-1295BDDC7714}" dt="2024-08-26T12:21:10.448" v="1541" actId="20577"/>
        <pc:sldMkLst>
          <pc:docMk/>
          <pc:sldMk cId="3461167611" sldId="271"/>
        </pc:sldMkLst>
        <pc:spChg chg="mod">
          <ac:chgData name="SURAJ KUMAR PANDA" userId="63443e5f5b830fc2" providerId="LiveId" clId="{FC471DF0-A120-4A53-A016-1295BDDC7714}" dt="2024-08-26T12:20:05.906" v="1533" actId="14100"/>
          <ac:spMkLst>
            <pc:docMk/>
            <pc:sldMk cId="3461167611" sldId="271"/>
            <ac:spMk id="3" creationId="{424FF566-8F47-CCCC-26B6-AA3E5D53C9E7}"/>
          </ac:spMkLst>
        </pc:spChg>
        <pc:spChg chg="mod">
          <ac:chgData name="SURAJ KUMAR PANDA" userId="63443e5f5b830fc2" providerId="LiveId" clId="{FC471DF0-A120-4A53-A016-1295BDDC7714}" dt="2024-08-26T12:14:30.246" v="1422" actId="20577"/>
          <ac:spMkLst>
            <pc:docMk/>
            <pc:sldMk cId="3461167611" sldId="271"/>
            <ac:spMk id="5" creationId="{D9B855C0-C12D-9D42-9A70-890B9A27F1FA}"/>
          </ac:spMkLst>
        </pc:spChg>
        <pc:graphicFrameChg chg="del">
          <ac:chgData name="SURAJ KUMAR PANDA" userId="63443e5f5b830fc2" providerId="LiveId" clId="{FC471DF0-A120-4A53-A016-1295BDDC7714}" dt="2024-08-26T12:18:57.217" v="1437" actId="478"/>
          <ac:graphicFrameMkLst>
            <pc:docMk/>
            <pc:sldMk cId="3461167611" sldId="271"/>
            <ac:graphicFrameMk id="8" creationId="{70502CF1-C26E-DBE4-B69E-F6E538BADE9F}"/>
          </ac:graphicFrameMkLst>
        </pc:graphicFrameChg>
        <pc:graphicFrameChg chg="add mod modGraphic">
          <ac:chgData name="SURAJ KUMAR PANDA" userId="63443e5f5b830fc2" providerId="LiveId" clId="{FC471DF0-A120-4A53-A016-1295BDDC7714}" dt="2024-08-26T12:21:10.448" v="1541" actId="20577"/>
          <ac:graphicFrameMkLst>
            <pc:docMk/>
            <pc:sldMk cId="3461167611" sldId="271"/>
            <ac:graphicFrameMk id="14" creationId="{3392B6D0-17B0-59AD-220F-812CB2F95403}"/>
          </ac:graphicFrameMkLst>
        </pc:graphicFrameChg>
        <pc:picChg chg="add del mod">
          <ac:chgData name="SURAJ KUMAR PANDA" userId="63443e5f5b830fc2" providerId="LiveId" clId="{FC471DF0-A120-4A53-A016-1295BDDC7714}" dt="2024-08-26T12:18:06.391" v="1432" actId="478"/>
          <ac:picMkLst>
            <pc:docMk/>
            <pc:sldMk cId="3461167611" sldId="271"/>
            <ac:picMk id="4" creationId="{956A26AC-6DDB-9FAA-7FCA-CA1ED693CB28}"/>
          </ac:picMkLst>
        </pc:picChg>
        <pc:picChg chg="del">
          <ac:chgData name="SURAJ KUMAR PANDA" userId="63443e5f5b830fc2" providerId="LiveId" clId="{FC471DF0-A120-4A53-A016-1295BDDC7714}" dt="2024-08-26T12:16:45.468" v="1424" actId="478"/>
          <ac:picMkLst>
            <pc:docMk/>
            <pc:sldMk cId="3461167611" sldId="271"/>
            <ac:picMk id="6" creationId="{C50818DF-2D61-E720-EFDA-16E4400B94DD}"/>
          </ac:picMkLst>
        </pc:picChg>
        <pc:picChg chg="add del mod">
          <ac:chgData name="SURAJ KUMAR PANDA" userId="63443e5f5b830fc2" providerId="LiveId" clId="{FC471DF0-A120-4A53-A016-1295BDDC7714}" dt="2024-08-26T12:16:54.171" v="1431" actId="478"/>
          <ac:picMkLst>
            <pc:docMk/>
            <pc:sldMk cId="3461167611" sldId="271"/>
            <ac:picMk id="11" creationId="{21EDC8CA-DDB3-7539-7FE2-DE1D319CDC97}"/>
          </ac:picMkLst>
        </pc:picChg>
        <pc:picChg chg="add mod modCrop">
          <ac:chgData name="SURAJ KUMAR PANDA" userId="63443e5f5b830fc2" providerId="LiveId" clId="{FC471DF0-A120-4A53-A016-1295BDDC7714}" dt="2024-08-26T12:20:25.679" v="1537" actId="1076"/>
          <ac:picMkLst>
            <pc:docMk/>
            <pc:sldMk cId="3461167611" sldId="271"/>
            <ac:picMk id="13" creationId="{3B0AAA0E-42F8-E7DC-517E-A2188F518FAA}"/>
          </ac:picMkLst>
        </pc:picChg>
      </pc:sldChg>
      <pc:sldChg chg="addSp delSp modSp add mod">
        <pc:chgData name="SURAJ KUMAR PANDA" userId="63443e5f5b830fc2" providerId="LiveId" clId="{FC471DF0-A120-4A53-A016-1295BDDC7714}" dt="2024-08-26T12:38:36.487" v="1660" actId="22"/>
        <pc:sldMkLst>
          <pc:docMk/>
          <pc:sldMk cId="1394453710" sldId="272"/>
        </pc:sldMkLst>
        <pc:spChg chg="del">
          <ac:chgData name="SURAJ KUMAR PANDA" userId="63443e5f5b830fc2" providerId="LiveId" clId="{FC471DF0-A120-4A53-A016-1295BDDC7714}" dt="2024-08-26T12:33:37.214" v="1590" actId="478"/>
          <ac:spMkLst>
            <pc:docMk/>
            <pc:sldMk cId="1394453710" sldId="272"/>
            <ac:spMk id="3" creationId="{424FF566-8F47-CCCC-26B6-AA3E5D53C9E7}"/>
          </ac:spMkLst>
        </pc:spChg>
        <pc:spChg chg="add del mod">
          <ac:chgData name="SURAJ KUMAR PANDA" userId="63443e5f5b830fc2" providerId="LiveId" clId="{FC471DF0-A120-4A53-A016-1295BDDC7714}" dt="2024-08-26T12:33:41.966" v="1592" actId="478"/>
          <ac:spMkLst>
            <pc:docMk/>
            <pc:sldMk cId="1394453710" sldId="272"/>
            <ac:spMk id="4" creationId="{D0F7750B-DB76-34C7-D544-B791B7D2B4DF}"/>
          </ac:spMkLst>
        </pc:spChg>
        <pc:spChg chg="mod">
          <ac:chgData name="SURAJ KUMAR PANDA" userId="63443e5f5b830fc2" providerId="LiveId" clId="{FC471DF0-A120-4A53-A016-1295BDDC7714}" dt="2024-08-26T12:33:29.946" v="1589" actId="20577"/>
          <ac:spMkLst>
            <pc:docMk/>
            <pc:sldMk cId="1394453710" sldId="272"/>
            <ac:spMk id="5" creationId="{D9B855C0-C12D-9D42-9A70-890B9A27F1FA}"/>
          </ac:spMkLst>
        </pc:spChg>
        <pc:spChg chg="add del">
          <ac:chgData name="SURAJ KUMAR PANDA" userId="63443e5f5b830fc2" providerId="LiveId" clId="{FC471DF0-A120-4A53-A016-1295BDDC7714}" dt="2024-08-26T12:36:58.278" v="1637" actId="22"/>
          <ac:spMkLst>
            <pc:docMk/>
            <pc:sldMk cId="1394453710" sldId="272"/>
            <ac:spMk id="11" creationId="{DA602F63-7F0F-BF19-4289-B3E5DFF0D7AF}"/>
          </ac:spMkLst>
        </pc:spChg>
        <pc:spChg chg="add del mod">
          <ac:chgData name="SURAJ KUMAR PANDA" userId="63443e5f5b830fc2" providerId="LiveId" clId="{FC471DF0-A120-4A53-A016-1295BDDC7714}" dt="2024-08-26T12:37:14.006" v="1641" actId="478"/>
          <ac:spMkLst>
            <pc:docMk/>
            <pc:sldMk cId="1394453710" sldId="272"/>
            <ac:spMk id="15" creationId="{3FEDDD9D-C863-BE01-3C24-8A1A5A796E7F}"/>
          </ac:spMkLst>
        </pc:spChg>
        <pc:spChg chg="add del">
          <ac:chgData name="SURAJ KUMAR PANDA" userId="63443e5f5b830fc2" providerId="LiveId" clId="{FC471DF0-A120-4A53-A016-1295BDDC7714}" dt="2024-08-26T12:37:24.753" v="1643" actId="22"/>
          <ac:spMkLst>
            <pc:docMk/>
            <pc:sldMk cId="1394453710" sldId="272"/>
            <ac:spMk id="17" creationId="{74FE690C-99BE-98E1-6955-A3E7CB810CAB}"/>
          </ac:spMkLst>
        </pc:spChg>
        <pc:spChg chg="add del">
          <ac:chgData name="SURAJ KUMAR PANDA" userId="63443e5f5b830fc2" providerId="LiveId" clId="{FC471DF0-A120-4A53-A016-1295BDDC7714}" dt="2024-08-26T12:37:39.519" v="1645" actId="22"/>
          <ac:spMkLst>
            <pc:docMk/>
            <pc:sldMk cId="1394453710" sldId="272"/>
            <ac:spMk id="19" creationId="{8BCFB452-893A-1A5F-7350-85271FE6E926}"/>
          </ac:spMkLst>
        </pc:spChg>
        <pc:spChg chg="add mod">
          <ac:chgData name="SURAJ KUMAR PANDA" userId="63443e5f5b830fc2" providerId="LiveId" clId="{FC471DF0-A120-4A53-A016-1295BDDC7714}" dt="2024-08-26T12:38:18.662" v="1658" actId="403"/>
          <ac:spMkLst>
            <pc:docMk/>
            <pc:sldMk cId="1394453710" sldId="272"/>
            <ac:spMk id="22" creationId="{D4DEBB6E-2108-6453-B24D-6BC849135686}"/>
          </ac:spMkLst>
        </pc:spChg>
        <pc:spChg chg="add del">
          <ac:chgData name="SURAJ KUMAR PANDA" userId="63443e5f5b830fc2" providerId="LiveId" clId="{FC471DF0-A120-4A53-A016-1295BDDC7714}" dt="2024-08-26T12:38:36.487" v="1660" actId="22"/>
          <ac:spMkLst>
            <pc:docMk/>
            <pc:sldMk cId="1394453710" sldId="272"/>
            <ac:spMk id="24" creationId="{A863E01B-05DA-671F-5DC2-C598B426ADC0}"/>
          </ac:spMkLst>
        </pc:spChg>
        <pc:graphicFrameChg chg="add mod modGraphic">
          <ac:chgData name="SURAJ KUMAR PANDA" userId="63443e5f5b830fc2" providerId="LiveId" clId="{FC471DF0-A120-4A53-A016-1295BDDC7714}" dt="2024-08-26T12:35:17.437" v="1607"/>
          <ac:graphicFrameMkLst>
            <pc:docMk/>
            <pc:sldMk cId="1394453710" sldId="272"/>
            <ac:graphicFrameMk id="6" creationId="{A2B429E6-FFF6-8E40-DCE9-B08D44B74A6D}"/>
          </ac:graphicFrameMkLst>
        </pc:graphicFrameChg>
        <pc:graphicFrameChg chg="add mod modGraphic">
          <ac:chgData name="SURAJ KUMAR PANDA" userId="63443e5f5b830fc2" providerId="LiveId" clId="{FC471DF0-A120-4A53-A016-1295BDDC7714}" dt="2024-08-26T12:36:29.429" v="1635" actId="207"/>
          <ac:graphicFrameMkLst>
            <pc:docMk/>
            <pc:sldMk cId="1394453710" sldId="272"/>
            <ac:graphicFrameMk id="8" creationId="{869DC5FC-F8DB-AE01-8ED7-18A939D39D69}"/>
          </ac:graphicFrameMkLst>
        </pc:graphicFrameChg>
        <pc:graphicFrameChg chg="del">
          <ac:chgData name="SURAJ KUMAR PANDA" userId="63443e5f5b830fc2" providerId="LiveId" clId="{FC471DF0-A120-4A53-A016-1295BDDC7714}" dt="2024-08-26T12:33:43.184" v="1593" actId="478"/>
          <ac:graphicFrameMkLst>
            <pc:docMk/>
            <pc:sldMk cId="1394453710" sldId="272"/>
            <ac:graphicFrameMk id="14" creationId="{3392B6D0-17B0-59AD-220F-812CB2F95403}"/>
          </ac:graphicFrameMkLst>
        </pc:graphicFrameChg>
        <pc:graphicFrameChg chg="add mod">
          <ac:chgData name="SURAJ KUMAR PANDA" userId="63443e5f5b830fc2" providerId="LiveId" clId="{FC471DF0-A120-4A53-A016-1295BDDC7714}" dt="2024-08-26T12:37:53.837" v="1650" actId="14100"/>
          <ac:graphicFrameMkLst>
            <pc:docMk/>
            <pc:sldMk cId="1394453710" sldId="272"/>
            <ac:graphicFrameMk id="20" creationId="{954F1100-FD2E-61BF-36E9-67A943A3CB4F}"/>
          </ac:graphicFrameMkLst>
        </pc:graphicFrameChg>
        <pc:picChg chg="del">
          <ac:chgData name="SURAJ KUMAR PANDA" userId="63443e5f5b830fc2" providerId="LiveId" clId="{FC471DF0-A120-4A53-A016-1295BDDC7714}" dt="2024-08-26T12:33:38.083" v="1591" actId="478"/>
          <ac:picMkLst>
            <pc:docMk/>
            <pc:sldMk cId="1394453710" sldId="272"/>
            <ac:picMk id="13" creationId="{3B0AAA0E-42F8-E7DC-517E-A2188F518FAA}"/>
          </ac:picMkLst>
        </pc:picChg>
      </pc:sldChg>
      <pc:sldChg chg="delSp modSp add mod">
        <pc:chgData name="SURAJ KUMAR PANDA" userId="63443e5f5b830fc2" providerId="LiveId" clId="{FC471DF0-A120-4A53-A016-1295BDDC7714}" dt="2024-08-26T12:39:15.755" v="1690" actId="1076"/>
        <pc:sldMkLst>
          <pc:docMk/>
          <pc:sldMk cId="1302116993" sldId="273"/>
        </pc:sldMkLst>
        <pc:spChg chg="mod">
          <ac:chgData name="SURAJ KUMAR PANDA" userId="63443e5f5b830fc2" providerId="LiveId" clId="{FC471DF0-A120-4A53-A016-1295BDDC7714}" dt="2024-08-26T12:39:15.755" v="1690" actId="1076"/>
          <ac:spMkLst>
            <pc:docMk/>
            <pc:sldMk cId="1302116993" sldId="273"/>
            <ac:spMk id="5" creationId="{D9B855C0-C12D-9D42-9A70-890B9A27F1FA}"/>
          </ac:spMkLst>
        </pc:spChg>
        <pc:spChg chg="del">
          <ac:chgData name="SURAJ KUMAR PANDA" userId="63443e5f5b830fc2" providerId="LiveId" clId="{FC471DF0-A120-4A53-A016-1295BDDC7714}" dt="2024-08-26T12:38:49.841" v="1664" actId="478"/>
          <ac:spMkLst>
            <pc:docMk/>
            <pc:sldMk cId="1302116993" sldId="273"/>
            <ac:spMk id="22" creationId="{D4DEBB6E-2108-6453-B24D-6BC849135686}"/>
          </ac:spMkLst>
        </pc:spChg>
        <pc:graphicFrameChg chg="del">
          <ac:chgData name="SURAJ KUMAR PANDA" userId="63443e5f5b830fc2" providerId="LiveId" clId="{FC471DF0-A120-4A53-A016-1295BDDC7714}" dt="2024-08-26T12:38:45.931" v="1662" actId="478"/>
          <ac:graphicFrameMkLst>
            <pc:docMk/>
            <pc:sldMk cId="1302116993" sldId="273"/>
            <ac:graphicFrameMk id="6" creationId="{A2B429E6-FFF6-8E40-DCE9-B08D44B74A6D}"/>
          </ac:graphicFrameMkLst>
        </pc:graphicFrameChg>
        <pc:graphicFrameChg chg="del">
          <ac:chgData name="SURAJ KUMAR PANDA" userId="63443e5f5b830fc2" providerId="LiveId" clId="{FC471DF0-A120-4A53-A016-1295BDDC7714}" dt="2024-08-26T12:38:47.544" v="1663" actId="478"/>
          <ac:graphicFrameMkLst>
            <pc:docMk/>
            <pc:sldMk cId="1302116993" sldId="273"/>
            <ac:graphicFrameMk id="8" creationId="{869DC5FC-F8DB-AE01-8ED7-18A939D39D69}"/>
          </ac:graphicFrameMkLst>
        </pc:graphicFrameChg>
      </pc:sldChg>
    </pc:docChg>
  </pc:docChgLst>
  <pc:docChgLst>
    <pc:chgData name="SURAJ KUMAR PANDA" userId="63443e5f5b830fc2" providerId="LiveId" clId="{19954891-01F0-4AFC-8E6E-333479D92446}"/>
    <pc:docChg chg="undo custSel modSld">
      <pc:chgData name="SURAJ KUMAR PANDA" userId="63443e5f5b830fc2" providerId="LiveId" clId="{19954891-01F0-4AFC-8E6E-333479D92446}" dt="2024-08-27T17:43:08.208" v="38" actId="20577"/>
      <pc:docMkLst>
        <pc:docMk/>
      </pc:docMkLst>
      <pc:sldChg chg="modSp mod">
        <pc:chgData name="SURAJ KUMAR PANDA" userId="63443e5f5b830fc2" providerId="LiveId" clId="{19954891-01F0-4AFC-8E6E-333479D92446}" dt="2024-08-27T17:43:08.208" v="38" actId="20577"/>
        <pc:sldMkLst>
          <pc:docMk/>
          <pc:sldMk cId="1394453710" sldId="272"/>
        </pc:sldMkLst>
        <pc:spChg chg="mod">
          <ac:chgData name="SURAJ KUMAR PANDA" userId="63443e5f5b830fc2" providerId="LiveId" clId="{19954891-01F0-4AFC-8E6E-333479D92446}" dt="2024-08-27T17:43:08.208" v="38" actId="20577"/>
          <ac:spMkLst>
            <pc:docMk/>
            <pc:sldMk cId="1394453710" sldId="272"/>
            <ac:spMk id="22" creationId="{D4DEBB6E-2108-6453-B24D-6BC849135686}"/>
          </ac:spMkLst>
        </pc:spChg>
        <pc:graphicFrameChg chg="mod modGraphic">
          <ac:chgData name="SURAJ KUMAR PANDA" userId="63443e5f5b830fc2" providerId="LiveId" clId="{19954891-01F0-4AFC-8E6E-333479D92446}" dt="2024-08-27T17:41:59.809" v="34" actId="20577"/>
          <ac:graphicFrameMkLst>
            <pc:docMk/>
            <pc:sldMk cId="1394453710" sldId="272"/>
            <ac:graphicFrameMk id="6" creationId="{A2B429E6-FFF6-8E40-DCE9-B08D44B74A6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4771-34B9-DD70-B3CB-E8D8F213D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74892-9563-780B-CAA4-BF42D2418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C1728-FB91-A1FA-77CA-ED384E62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80543-1366-0EDD-43F6-88FF9C13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4085-4CC3-FCB8-38FE-1338E036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4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A64E-89D9-22F9-9B73-C1EB5D79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6D92-F1BD-C32D-3F50-520608B41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F61F-5555-3286-DF20-E4AD6AE3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F5206-3B66-1769-7192-A0A3B9D4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AE976-BDC3-5237-6C3A-67E293FB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9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8E3B-7833-0DC9-59B1-BC33FC4B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CC07E-A015-DE57-E031-E9F8414B3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6C18-8755-C13A-8D9E-0021C94D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89E8-0B1E-150F-F86E-B359118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25104-9522-995F-ECD5-455FA85B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1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D3DF-94FA-51FF-7B80-BE2D3E17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AC39-F774-F174-6BAB-B2E9CDF8D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4D54D-2606-5C90-5FEE-36DD4AD44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7FFD1-77B1-0215-4DE7-7FB289F8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80B99-CC0C-794F-1895-335BC0E0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7E02C-662C-FAEE-75F6-024AE68F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2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6B57-1549-3294-87B8-847CD7A0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218C9-3651-80FC-62C6-34B429FE6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6B6DE-F337-1114-159F-1DF6EDD87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22A5-DED5-F8D2-3848-E77174E3B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C42DD-E3E5-F730-FB5A-C618E76D7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7B6BF-886C-9D65-6EDC-DDB42B54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75B86-C929-8B07-574E-1833A276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D748E-BF4F-087D-4C78-535FF3A9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058B-1FE0-0A33-5C3E-6F25B403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5C9CF-2234-C9B2-DA40-E70FE3CC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91459-134A-630E-FA41-8BDF453C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65F50-3B6A-8F44-AC3C-ACA53C51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0E204-BC11-44F7-2C9B-8AF608DA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7FB55-4B4F-34D7-6B90-8D6C70A6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CEF91-33CD-D840-0727-84CA2D67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AF03-20AD-192E-7445-311C80A5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FAFA7-A32B-C2F1-6E3C-2521D3B68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0C477-8719-C50A-9446-6C0112948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250B1-F11D-A4CD-7584-077D0C47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21AC3-0F99-C8A8-D168-DA29210F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50D89-A50B-362B-D9CF-5F4C3DE4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7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F5BC-EE50-E950-9659-38E0AE261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DE6E5-72CB-89B1-356E-49068C78A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7BE68-9EED-F1CC-F85D-2EE94B10A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1D75C-23F1-0FBB-006B-4B684EC1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E003E-61B4-029B-1A5B-60669CE6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33D27-E6AA-8F5E-9CCE-3C17FAF8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56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7DD58-D7C7-CD32-DAD8-359002AF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C47BC-A108-AD60-DBB2-7110AA055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2C5B3-5835-0CD6-E78E-4004F02F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95C55-DA1F-DE9A-F653-409CB394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C096C-3B90-2F59-B0FE-7F135C9C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30E6A-EE47-BF37-84D9-6A0E60B3E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630C2-891C-1AF0-1EFF-4A8D7A006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831E7-D897-5682-E0AA-5B1F578B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4BE6-94D9-0340-2294-AA4E1E19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E4F66-9AB6-240D-BC8C-F1D2C3CD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8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A06BE-BD88-AFFB-1376-44634429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F9282-01C1-932D-DC74-9B61FB284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A78A-9031-1FFB-0CD0-BF1AC66ED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ADF2F-3C8C-4A18-AB50-02E75E0CF0EB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78CEA-E8F3-E2A6-7491-6F693A80A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639B6-7B92-0F5D-8D11-20A24163E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6AC4-31A3-4633-A0B8-9BA7C07265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EEF7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ardrop 10"/>
          <p:cNvSpPr/>
          <p:nvPr/>
        </p:nvSpPr>
        <p:spPr>
          <a:xfrm rot="10800000">
            <a:off x="-169" y="695159"/>
            <a:ext cx="6138637" cy="6138637"/>
          </a:xfrm>
          <a:prstGeom prst="teardrop">
            <a:avLst/>
          </a:prstGeom>
          <a:solidFill>
            <a:srgbClr val="87BC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c 13"/>
          <p:cNvSpPr/>
          <p:nvPr/>
        </p:nvSpPr>
        <p:spPr>
          <a:xfrm>
            <a:off x="-470683" y="216486"/>
            <a:ext cx="7079664" cy="7079664"/>
          </a:xfrm>
          <a:prstGeom prst="arc">
            <a:avLst>
              <a:gd name="adj1" fmla="val 12488467"/>
              <a:gd name="adj2" fmla="val 3675653"/>
            </a:avLst>
          </a:prstGeom>
          <a:ln w="38100">
            <a:solidFill>
              <a:srgbClr val="87BC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Technology Disruption Refers To Which Of The Following | Detroit Chinatow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" t="1707" r="35912" b="2781"/>
          <a:stretch/>
        </p:blipFill>
        <p:spPr>
          <a:xfrm>
            <a:off x="362599" y="1042599"/>
            <a:ext cx="5413100" cy="5413100"/>
          </a:xfrm>
          <a:custGeom>
            <a:avLst/>
            <a:gdLst>
              <a:gd name="connsiteX0" fmla="*/ 2761344 w 5522688"/>
              <a:gd name="connsiteY0" fmla="*/ 0 h 5522688"/>
              <a:gd name="connsiteX1" fmla="*/ 5522688 w 5522688"/>
              <a:gd name="connsiteY1" fmla="*/ 2761344 h 5522688"/>
              <a:gd name="connsiteX2" fmla="*/ 2761344 w 5522688"/>
              <a:gd name="connsiteY2" fmla="*/ 5522688 h 5522688"/>
              <a:gd name="connsiteX3" fmla="*/ 0 w 5522688"/>
              <a:gd name="connsiteY3" fmla="*/ 2761344 h 5522688"/>
              <a:gd name="connsiteX4" fmla="*/ 2761344 w 5522688"/>
              <a:gd name="connsiteY4" fmla="*/ 0 h 552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2688" h="5522688">
                <a:moveTo>
                  <a:pt x="2761344" y="0"/>
                </a:moveTo>
                <a:cubicBezTo>
                  <a:pt x="4286392" y="0"/>
                  <a:pt x="5522688" y="1236296"/>
                  <a:pt x="5522688" y="2761344"/>
                </a:cubicBezTo>
                <a:cubicBezTo>
                  <a:pt x="5522688" y="4286392"/>
                  <a:pt x="4286392" y="5522688"/>
                  <a:pt x="2761344" y="5522688"/>
                </a:cubicBezTo>
                <a:cubicBezTo>
                  <a:pt x="1236296" y="5522688"/>
                  <a:pt x="0" y="4286392"/>
                  <a:pt x="0" y="2761344"/>
                </a:cubicBezTo>
                <a:cubicBezTo>
                  <a:pt x="0" y="1236296"/>
                  <a:pt x="1236296" y="0"/>
                  <a:pt x="2761344" y="0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A2C925-36D3-7A57-64E4-C1B7E1142106}"/>
              </a:ext>
            </a:extLst>
          </p:cNvPr>
          <p:cNvSpPr>
            <a:spLocks/>
          </p:cNvSpPr>
          <p:nvPr/>
        </p:nvSpPr>
        <p:spPr>
          <a:xfrm>
            <a:off x="6417949" y="5198461"/>
            <a:ext cx="546163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800" dirty="0">
                <a:solidFill>
                  <a:schemeClr val="accent6"/>
                </a:solidFill>
              </a:rPr>
              <a:t>UTKAL HEALTHCARE PRIVATE LIMITED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PLOT NO.-C/3, NILADRIVIHAR, C.S.PUR, </a:t>
            </a:r>
            <a:r>
              <a:rPr lang="en-US" sz="1600" dirty="0" smtClean="0">
                <a:solidFill>
                  <a:schemeClr val="accent6"/>
                </a:solidFill>
              </a:rPr>
              <a:t>BHUBANESWAR-751021 DEPARTMENT </a:t>
            </a:r>
            <a:r>
              <a:rPr lang="en-US" sz="1600" dirty="0">
                <a:solidFill>
                  <a:schemeClr val="accent6"/>
                </a:solidFill>
              </a:rPr>
              <a:t>-  </a:t>
            </a:r>
            <a:r>
              <a:rPr lang="en-US" sz="1600" dirty="0" smtClean="0">
                <a:solidFill>
                  <a:schemeClr val="accent6"/>
                </a:solidFill>
              </a:rPr>
              <a:t>IT</a:t>
            </a:r>
            <a:endParaRPr lang="en-US" sz="4000" dirty="0" smtClean="0">
              <a:solidFill>
                <a:schemeClr val="accent6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10248931" y="128042"/>
            <a:ext cx="1523970" cy="797530"/>
            <a:chOff x="10248931" y="128042"/>
            <a:chExt cx="1523970" cy="797530"/>
          </a:xfrm>
        </p:grpSpPr>
        <p:sp>
          <p:nvSpPr>
            <p:cNvPr id="31" name="Round Diagonal Corner Rectangle 30"/>
            <p:cNvSpPr/>
            <p:nvPr/>
          </p:nvSpPr>
          <p:spPr>
            <a:xfrm>
              <a:off x="10293973" y="161991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rgbClr val="87BC3F"/>
            </a:solidFill>
            <a:ln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ound Diagonal Corner Rectangle 20"/>
            <p:cNvSpPr/>
            <p:nvPr/>
          </p:nvSpPr>
          <p:spPr>
            <a:xfrm>
              <a:off x="10248931" y="128042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87BC3F"/>
                  </a:gs>
                  <a:gs pos="50000">
                    <a:schemeClr val="bg1"/>
                  </a:gs>
                  <a:gs pos="100000">
                    <a:srgbClr val="87BC3F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 descr="A logo with black and green letters">
              <a:extLst>
                <a:ext uri="{FF2B5EF4-FFF2-40B4-BE49-F238E27FC236}">
                  <a16:creationId xmlns:a16="http://schemas.microsoft.com/office/drawing/2014/main" id="{59A857E5-0CA7-DC6F-3A62-91958B9EA6C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4" t="9196" r="3927" b="9335"/>
            <a:stretch/>
          </p:blipFill>
          <p:spPr>
            <a:xfrm>
              <a:off x="10305238" y="197533"/>
              <a:ext cx="1366315" cy="62459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A2C925-36D3-7A57-64E4-C1B7E1142106}"/>
              </a:ext>
            </a:extLst>
          </p:cNvPr>
          <p:cNvSpPr/>
          <p:nvPr/>
        </p:nvSpPr>
        <p:spPr>
          <a:xfrm>
            <a:off x="7629400" y="3024561"/>
            <a:ext cx="3038728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400" dirty="0" smtClean="0">
                <a:solidFill>
                  <a:schemeClr val="accent6"/>
                </a:solidFill>
              </a:rPr>
              <a:t>IT - Induction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7629564" y="3819245"/>
            <a:ext cx="3038400" cy="0"/>
          </a:xfrm>
          <a:prstGeom prst="line">
            <a:avLst/>
          </a:prstGeom>
          <a:ln w="19050">
            <a:solidFill>
              <a:schemeClr val="accent6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257811" y="3805051"/>
            <a:ext cx="1781907" cy="2838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13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/>
          <p:cNvSpPr/>
          <p:nvPr/>
        </p:nvSpPr>
        <p:spPr>
          <a:xfrm rot="13705488">
            <a:off x="10732337" y="4402886"/>
            <a:ext cx="2740836" cy="2740836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87BC3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/>
          <p:cNvSpPr/>
          <p:nvPr/>
        </p:nvSpPr>
        <p:spPr>
          <a:xfrm rot="13705488">
            <a:off x="9873428" y="5939108"/>
            <a:ext cx="1380533" cy="138053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87BC3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/>
          <p:cNvSpPr/>
          <p:nvPr/>
        </p:nvSpPr>
        <p:spPr>
          <a:xfrm rot="13705488">
            <a:off x="10096671" y="5164140"/>
            <a:ext cx="1116403" cy="111640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87BC3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-2302101" y="-355598"/>
            <a:ext cx="7569198" cy="7569198"/>
          </a:xfrm>
          <a:prstGeom prst="ellipse">
            <a:avLst/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>
            <a:off x="4167265" y="787659"/>
            <a:ext cx="1809444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187325" y="602993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IT Support Team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87325" y="1263328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IT Support Services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87325" y="1923663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IT Policies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87325" y="2583998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Introduction to IT Applications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87325" y="3244333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Social Engineering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7325" y="3904668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Cyber Security &amp;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87325" y="4565003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Ward &amp; Bed Identification in HIS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87325" y="5225338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Contact 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325" y="5885675"/>
            <a:ext cx="400594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solidFill>
                  <a:srgbClr val="283F19"/>
                </a:solidFill>
              </a:rPr>
              <a:t>FAQ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4495043" y="1447994"/>
            <a:ext cx="1481666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26843" y="2108329"/>
            <a:ext cx="1049866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235876" y="2768664"/>
            <a:ext cx="740833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235876" y="3428999"/>
            <a:ext cx="740833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110692" y="4089334"/>
            <a:ext cx="866017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019976" y="4749669"/>
            <a:ext cx="956733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495043" y="5410004"/>
            <a:ext cx="1481666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167265" y="6070341"/>
            <a:ext cx="1809444" cy="0"/>
          </a:xfrm>
          <a:prstGeom prst="line">
            <a:avLst/>
          </a:prstGeom>
          <a:ln w="22225">
            <a:solidFill>
              <a:srgbClr val="87BC3F"/>
            </a:solidFill>
            <a:prstDash val="sysDot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Strategic Perspectives in Analytics, Technology and Operations (SPATO ...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7" t="1614" r="27977" b="1614"/>
          <a:stretch/>
        </p:blipFill>
        <p:spPr>
          <a:xfrm>
            <a:off x="-1592489" y="354014"/>
            <a:ext cx="6149974" cy="6149974"/>
          </a:xfrm>
          <a:custGeom>
            <a:avLst/>
            <a:gdLst>
              <a:gd name="connsiteX0" fmla="*/ 2973600 w 5947200"/>
              <a:gd name="connsiteY0" fmla="*/ 0 h 5947200"/>
              <a:gd name="connsiteX1" fmla="*/ 5947200 w 5947200"/>
              <a:gd name="connsiteY1" fmla="*/ 2973600 h 5947200"/>
              <a:gd name="connsiteX2" fmla="*/ 2973600 w 5947200"/>
              <a:gd name="connsiteY2" fmla="*/ 5947200 h 5947200"/>
              <a:gd name="connsiteX3" fmla="*/ 0 w 5947200"/>
              <a:gd name="connsiteY3" fmla="*/ 2973600 h 5947200"/>
              <a:gd name="connsiteX4" fmla="*/ 2973600 w 5947200"/>
              <a:gd name="connsiteY4" fmla="*/ 0 h 594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7200" h="5947200">
                <a:moveTo>
                  <a:pt x="2973600" y="0"/>
                </a:moveTo>
                <a:cubicBezTo>
                  <a:pt x="4615874" y="0"/>
                  <a:pt x="5947200" y="1331326"/>
                  <a:pt x="5947200" y="2973600"/>
                </a:cubicBezTo>
                <a:cubicBezTo>
                  <a:pt x="5947200" y="4615874"/>
                  <a:pt x="4615874" y="5947200"/>
                  <a:pt x="2973600" y="5947200"/>
                </a:cubicBezTo>
                <a:cubicBezTo>
                  <a:pt x="1331326" y="5947200"/>
                  <a:pt x="0" y="4615874"/>
                  <a:pt x="0" y="2973600"/>
                </a:cubicBezTo>
                <a:cubicBezTo>
                  <a:pt x="0" y="1331326"/>
                  <a:pt x="1331326" y="0"/>
                  <a:pt x="2973600" y="0"/>
                </a:cubicBezTo>
                <a:close/>
              </a:path>
            </a:pathLst>
          </a:custGeom>
          <a:effectLst/>
        </p:spPr>
      </p:pic>
      <p:sp>
        <p:nvSpPr>
          <p:cNvPr id="93" name="Oval 92"/>
          <p:cNvSpPr/>
          <p:nvPr/>
        </p:nvSpPr>
        <p:spPr>
          <a:xfrm>
            <a:off x="-1591902" y="354601"/>
            <a:ext cx="6148800" cy="6148800"/>
          </a:xfrm>
          <a:prstGeom prst="ellipse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/>
          <p:cNvSpPr/>
          <p:nvPr/>
        </p:nvSpPr>
        <p:spPr>
          <a:xfrm>
            <a:off x="798281" y="2813447"/>
            <a:ext cx="3248699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8000" dirty="0" smtClean="0">
                <a:solidFill>
                  <a:schemeClr val="bg1"/>
                </a:solidFill>
              </a:rPr>
              <a:t>Agenda</a:t>
            </a:r>
            <a:endParaRPr lang="en-US" sz="8000" dirty="0">
              <a:solidFill>
                <a:schemeClr val="bg1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0248931" y="128042"/>
            <a:ext cx="1523970" cy="797530"/>
            <a:chOff x="10248931" y="128042"/>
            <a:chExt cx="1523970" cy="797530"/>
          </a:xfrm>
        </p:grpSpPr>
        <p:sp>
          <p:nvSpPr>
            <p:cNvPr id="37" name="Round Diagonal Corner Rectangle 36"/>
            <p:cNvSpPr/>
            <p:nvPr/>
          </p:nvSpPr>
          <p:spPr>
            <a:xfrm>
              <a:off x="10293973" y="161991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rgbClr val="87BC3F"/>
            </a:solidFill>
            <a:ln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ound Diagonal Corner Rectangle 37"/>
            <p:cNvSpPr/>
            <p:nvPr/>
          </p:nvSpPr>
          <p:spPr>
            <a:xfrm>
              <a:off x="10248931" y="128042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87BC3F"/>
                  </a:gs>
                  <a:gs pos="50000">
                    <a:schemeClr val="bg1"/>
                  </a:gs>
                  <a:gs pos="100000">
                    <a:srgbClr val="87BC3F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9" name="Picture 38" descr="A logo with black and green letters">
              <a:extLst>
                <a:ext uri="{FF2B5EF4-FFF2-40B4-BE49-F238E27FC236}">
                  <a16:creationId xmlns:a16="http://schemas.microsoft.com/office/drawing/2014/main" id="{59A857E5-0CA7-DC6F-3A62-91958B9EA6C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4" t="9196" r="3927" b="9335"/>
            <a:stretch/>
          </p:blipFill>
          <p:spPr>
            <a:xfrm>
              <a:off x="10305238" y="197533"/>
              <a:ext cx="1366315" cy="624598"/>
            </a:xfrm>
            <a:prstGeom prst="rect">
              <a:avLst/>
            </a:prstGeom>
          </p:spPr>
        </p:pic>
      </p:grpSp>
      <p:sp>
        <p:nvSpPr>
          <p:cNvPr id="41" name="Oval 40"/>
          <p:cNvSpPr/>
          <p:nvPr/>
        </p:nvSpPr>
        <p:spPr>
          <a:xfrm rot="13705488">
            <a:off x="11741494" y="3889759"/>
            <a:ext cx="689244" cy="689246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87BC3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2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 Same Side Corner Rectangle 13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7" name="Straight Arrow Connector 56"/>
          <p:cNvCxnSpPr>
            <a:stCxn id="28" idx="3"/>
            <a:endCxn id="47" idx="2"/>
          </p:cNvCxnSpPr>
          <p:nvPr/>
        </p:nvCxnSpPr>
        <p:spPr>
          <a:xfrm flipV="1">
            <a:off x="5355231" y="3657600"/>
            <a:ext cx="735992" cy="1030836"/>
          </a:xfrm>
          <a:prstGeom prst="bentConnector2">
            <a:avLst/>
          </a:prstGeom>
          <a:ln w="19050">
            <a:solidFill>
              <a:srgbClr val="87BC3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Support Team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00862" y="1066800"/>
            <a:ext cx="10980722" cy="2590800"/>
          </a:xfrm>
          <a:prstGeom prst="roundRect">
            <a:avLst>
              <a:gd name="adj" fmla="val 3112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" name="Picture 50" descr="About Information Department at ITS Engineering Colle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0" t="625" r="7224" b="6782"/>
          <a:stretch/>
        </p:blipFill>
        <p:spPr bwMode="auto">
          <a:xfrm>
            <a:off x="490506" y="1127577"/>
            <a:ext cx="11201434" cy="2469247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25"/>
          <p:cNvSpPr/>
          <p:nvPr/>
        </p:nvSpPr>
        <p:spPr>
          <a:xfrm>
            <a:off x="576111" y="3891466"/>
            <a:ext cx="4809600" cy="1654900"/>
          </a:xfrm>
          <a:prstGeom prst="roundRect">
            <a:avLst>
              <a:gd name="adj" fmla="val 3519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28" name="Rounded Rectangle 27"/>
          <p:cNvSpPr/>
          <p:nvPr/>
        </p:nvSpPr>
        <p:spPr>
          <a:xfrm>
            <a:off x="545631" y="3860986"/>
            <a:ext cx="4809600" cy="1654900"/>
          </a:xfrm>
          <a:prstGeom prst="roundRect">
            <a:avLst>
              <a:gd name="adj" fmla="val 3519"/>
            </a:avLst>
          </a:prstGeom>
          <a:solidFill>
            <a:srgbClr val="87BC3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r>
              <a:rPr lang="en-US" sz="2400" dirty="0"/>
              <a:t>Mr. </a:t>
            </a:r>
            <a:r>
              <a:rPr lang="en-US" sz="2400" dirty="0" err="1"/>
              <a:t>Soumindra</a:t>
            </a:r>
            <a:r>
              <a:rPr lang="en-US" sz="2400" dirty="0"/>
              <a:t> Kumar Gain</a:t>
            </a:r>
          </a:p>
          <a:p>
            <a:pPr algn="ctr"/>
            <a:r>
              <a:rPr lang="en-US" sz="2400" dirty="0"/>
              <a:t> (Sr. Manager - IT)</a:t>
            </a:r>
          </a:p>
          <a:p>
            <a:pPr algn="ctr"/>
            <a:r>
              <a:rPr lang="en-US" sz="2400" dirty="0"/>
              <a:t>Head of IT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111" y="5780232"/>
            <a:ext cx="4809600" cy="558114"/>
          </a:xfrm>
          <a:prstGeom prst="roundRect">
            <a:avLst>
              <a:gd name="adj" fmla="val 6896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45631" y="5749752"/>
            <a:ext cx="4809600" cy="558114"/>
          </a:xfrm>
          <a:prstGeom prst="roundRect">
            <a:avLst>
              <a:gd name="adj" fmla="val 689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IT-Executive (Software)</a:t>
            </a:r>
          </a:p>
        </p:txBody>
      </p:sp>
      <p:cxnSp>
        <p:nvCxnSpPr>
          <p:cNvPr id="15" name="Straight Arrow Connector 14"/>
          <p:cNvCxnSpPr>
            <a:endCxn id="26" idx="2"/>
          </p:cNvCxnSpPr>
          <p:nvPr/>
        </p:nvCxnSpPr>
        <p:spPr>
          <a:xfrm flipV="1">
            <a:off x="2977024" y="5546366"/>
            <a:ext cx="0" cy="199590"/>
          </a:xfrm>
          <a:prstGeom prst="straightConnector1">
            <a:avLst/>
          </a:prstGeom>
          <a:ln w="15875">
            <a:solidFill>
              <a:schemeClr val="accent6">
                <a:lumMod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827214" y="3891466"/>
            <a:ext cx="4809600" cy="1654900"/>
          </a:xfrm>
          <a:prstGeom prst="roundRect">
            <a:avLst>
              <a:gd name="adj" fmla="val 3519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38" name="Rounded Rectangle 37"/>
          <p:cNvSpPr/>
          <p:nvPr/>
        </p:nvSpPr>
        <p:spPr>
          <a:xfrm>
            <a:off x="6796734" y="3860986"/>
            <a:ext cx="4809600" cy="1654900"/>
          </a:xfrm>
          <a:prstGeom prst="roundRect">
            <a:avLst>
              <a:gd name="adj" fmla="val 3519"/>
            </a:avLst>
          </a:prstGeom>
          <a:solidFill>
            <a:srgbClr val="87BC3F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r>
              <a:rPr lang="en-US" sz="2400" dirty="0"/>
              <a:t>Mr. </a:t>
            </a:r>
            <a:r>
              <a:rPr lang="en-US" sz="2400" dirty="0" err="1"/>
              <a:t>Suraj</a:t>
            </a:r>
            <a:r>
              <a:rPr lang="en-US" sz="2400" dirty="0"/>
              <a:t> Panda</a:t>
            </a:r>
          </a:p>
          <a:p>
            <a:pPr algn="ctr"/>
            <a:r>
              <a:rPr lang="en-US" sz="2400" dirty="0"/>
              <a:t> (System Administrator)</a:t>
            </a:r>
          </a:p>
          <a:p>
            <a:pPr algn="ctr"/>
            <a:r>
              <a:rPr lang="en-US" sz="2400" dirty="0"/>
              <a:t>Head of IT Infra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27214" y="5780232"/>
            <a:ext cx="4809600" cy="558114"/>
          </a:xfrm>
          <a:prstGeom prst="roundRect">
            <a:avLst>
              <a:gd name="adj" fmla="val 6896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endParaRPr lang="en-US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796734" y="5749752"/>
            <a:ext cx="4809600" cy="558114"/>
          </a:xfrm>
          <a:prstGeom prst="roundRect">
            <a:avLst>
              <a:gd name="adj" fmla="val 689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IT-Executive (Hardware)</a:t>
            </a:r>
          </a:p>
        </p:txBody>
      </p:sp>
      <p:cxnSp>
        <p:nvCxnSpPr>
          <p:cNvPr id="48" name="Straight Arrow Connector 47"/>
          <p:cNvCxnSpPr>
            <a:endCxn id="37" idx="2"/>
          </p:cNvCxnSpPr>
          <p:nvPr/>
        </p:nvCxnSpPr>
        <p:spPr>
          <a:xfrm flipV="1">
            <a:off x="9228127" y="5546366"/>
            <a:ext cx="0" cy="199590"/>
          </a:xfrm>
          <a:prstGeom prst="straightConnector1">
            <a:avLst/>
          </a:prstGeom>
          <a:ln w="15875">
            <a:solidFill>
              <a:schemeClr val="accent6">
                <a:lumMod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56"/>
          <p:cNvCxnSpPr>
            <a:stCxn id="38" idx="1"/>
            <a:endCxn id="47" idx="2"/>
          </p:cNvCxnSpPr>
          <p:nvPr/>
        </p:nvCxnSpPr>
        <p:spPr>
          <a:xfrm rot="10800000">
            <a:off x="6091224" y="3657600"/>
            <a:ext cx="705511" cy="1030836"/>
          </a:xfrm>
          <a:prstGeom prst="bentConnector2">
            <a:avLst/>
          </a:prstGeom>
          <a:ln w="19050">
            <a:solidFill>
              <a:srgbClr val="87BC3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59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8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 Same Side Corner Rectangle 37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>
            <a:off x="448444" y="1199268"/>
            <a:ext cx="5220505" cy="5035786"/>
          </a:xfrm>
          <a:prstGeom prst="roundRect">
            <a:avLst>
              <a:gd name="adj" fmla="val 1726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6352677" y="1199268"/>
            <a:ext cx="5541671" cy="5035785"/>
          </a:xfrm>
          <a:prstGeom prst="roundRect">
            <a:avLst>
              <a:gd name="adj" fmla="val 31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0" rtlCol="0" anchor="t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HMIS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PACS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Email &amp; Internet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Printer / Scanner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Laptop &amp; Desktops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Video Conferencing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6">
                    <a:lumMod val="50000"/>
                  </a:schemeClr>
                </a:solidFill>
              </a:rPr>
              <a:t>Wifi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-Network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Digital Marketing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Bio-Metric m/c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End user Support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Support Services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2911" y="1199269"/>
            <a:ext cx="5541671" cy="658106"/>
          </a:xfrm>
          <a:prstGeom prst="roundRect">
            <a:avLst>
              <a:gd name="adj" fmla="val 25990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/>
              <a:t>IT Provides support for:</a:t>
            </a:r>
          </a:p>
        </p:txBody>
      </p:sp>
      <p:pic>
        <p:nvPicPr>
          <p:cNvPr id="36" name="Picture 35" descr="Top 5 IT Services Every Growing Business Needs in 2024 – Madhu Infotec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" t="2696" r="23654" b="1964"/>
          <a:stretch/>
        </p:blipFill>
        <p:spPr bwMode="auto">
          <a:xfrm>
            <a:off x="288096" y="1306961"/>
            <a:ext cx="5540400" cy="4820400"/>
          </a:xfrm>
          <a:custGeom>
            <a:avLst/>
            <a:gdLst>
              <a:gd name="connsiteX0" fmla="*/ 112556 w 5540400"/>
              <a:gd name="connsiteY0" fmla="*/ 0 h 4820400"/>
              <a:gd name="connsiteX1" fmla="*/ 5427844 w 5540400"/>
              <a:gd name="connsiteY1" fmla="*/ 0 h 4820400"/>
              <a:gd name="connsiteX2" fmla="*/ 5540400 w 5540400"/>
              <a:gd name="connsiteY2" fmla="*/ 112556 h 4820400"/>
              <a:gd name="connsiteX3" fmla="*/ 5540400 w 5540400"/>
              <a:gd name="connsiteY3" fmla="*/ 4707844 h 4820400"/>
              <a:gd name="connsiteX4" fmla="*/ 5427844 w 5540400"/>
              <a:gd name="connsiteY4" fmla="*/ 4820400 h 4820400"/>
              <a:gd name="connsiteX5" fmla="*/ 112556 w 5540400"/>
              <a:gd name="connsiteY5" fmla="*/ 4820400 h 4820400"/>
              <a:gd name="connsiteX6" fmla="*/ 0 w 5540400"/>
              <a:gd name="connsiteY6" fmla="*/ 4707844 h 4820400"/>
              <a:gd name="connsiteX7" fmla="*/ 0 w 5540400"/>
              <a:gd name="connsiteY7" fmla="*/ 112556 h 4820400"/>
              <a:gd name="connsiteX8" fmla="*/ 112556 w 5540400"/>
              <a:gd name="connsiteY8" fmla="*/ 0 h 482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0400" h="4820400">
                <a:moveTo>
                  <a:pt x="112556" y="0"/>
                </a:moveTo>
                <a:lnTo>
                  <a:pt x="5427844" y="0"/>
                </a:lnTo>
                <a:cubicBezTo>
                  <a:pt x="5490007" y="0"/>
                  <a:pt x="5540400" y="50393"/>
                  <a:pt x="5540400" y="112556"/>
                </a:cubicBezTo>
                <a:lnTo>
                  <a:pt x="5540400" y="4707844"/>
                </a:lnTo>
                <a:cubicBezTo>
                  <a:pt x="5540400" y="4770007"/>
                  <a:pt x="5490007" y="4820400"/>
                  <a:pt x="5427844" y="4820400"/>
                </a:cubicBezTo>
                <a:lnTo>
                  <a:pt x="112556" y="4820400"/>
                </a:lnTo>
                <a:cubicBezTo>
                  <a:pt x="50393" y="4820400"/>
                  <a:pt x="0" y="4770007"/>
                  <a:pt x="0" y="4707844"/>
                </a:cubicBezTo>
                <a:lnTo>
                  <a:pt x="0" y="112556"/>
                </a:lnTo>
                <a:cubicBezTo>
                  <a:pt x="0" y="50393"/>
                  <a:pt x="50393" y="0"/>
                  <a:pt x="112556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87BC3F"/>
            </a:solidFill>
          </a:ln>
          <a:extLst/>
        </p:spPr>
      </p:pic>
      <p:grpSp>
        <p:nvGrpSpPr>
          <p:cNvPr id="7" name="Group 6"/>
          <p:cNvGrpSpPr/>
          <p:nvPr/>
        </p:nvGrpSpPr>
        <p:grpSpPr>
          <a:xfrm>
            <a:off x="5796158" y="3422096"/>
            <a:ext cx="590128" cy="590128"/>
            <a:chOff x="5745970" y="3371909"/>
            <a:chExt cx="690504" cy="690504"/>
          </a:xfrm>
        </p:grpSpPr>
        <p:sp>
          <p:nvSpPr>
            <p:cNvPr id="3" name="Oval 2"/>
            <p:cNvSpPr/>
            <p:nvPr/>
          </p:nvSpPr>
          <p:spPr>
            <a:xfrm>
              <a:off x="5745970" y="3371909"/>
              <a:ext cx="690504" cy="69050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41275"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5935473" y="3544804"/>
              <a:ext cx="378694" cy="344714"/>
              <a:chOff x="6653153" y="-484414"/>
              <a:chExt cx="378694" cy="344714"/>
            </a:xfrm>
          </p:grpSpPr>
          <p:sp>
            <p:nvSpPr>
              <p:cNvPr id="5" name="Isosceles Triangle 4"/>
              <p:cNvSpPr/>
              <p:nvPr/>
            </p:nvSpPr>
            <p:spPr>
              <a:xfrm rot="5400000">
                <a:off x="6710906" y="-460641"/>
                <a:ext cx="344714" cy="2971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6634745" y="-427112"/>
                <a:ext cx="266926" cy="230110"/>
              </a:xfrm>
              <a:prstGeom prst="triangl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612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Same Side Corner Rectangle 36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448444" y="1199268"/>
            <a:ext cx="5220505" cy="5035786"/>
          </a:xfrm>
          <a:prstGeom prst="roundRect">
            <a:avLst>
              <a:gd name="adj" fmla="val 1726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6352677" y="1199268"/>
            <a:ext cx="5541671" cy="5035785"/>
          </a:xfrm>
          <a:prstGeom prst="roundRect">
            <a:avLst>
              <a:gd name="adj" fmla="val 31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0" rtlCol="0" anchor="t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Information Security Policy &amp; </a:t>
            </a: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Password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Internet Access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E-mail Security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End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user device security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Data Backup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Physical &amp; Environmental </a:t>
            </a: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policy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Data Security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Data Privacy Policy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Clear Screen &amp; Clear Desk </a:t>
            </a: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policy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New creation of HIS / Email </a:t>
            </a: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id / services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Service Cancellation </a:t>
            </a:r>
            <a:r>
              <a:rPr lang="en-IN" dirty="0" smtClean="0">
                <a:solidFill>
                  <a:schemeClr val="accent6">
                    <a:lumMod val="50000"/>
                  </a:schemeClr>
                </a:solidFill>
              </a:rPr>
              <a:t>Policy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Policies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2911" y="1199269"/>
            <a:ext cx="5541671" cy="658106"/>
          </a:xfrm>
          <a:prstGeom prst="roundRect">
            <a:avLst>
              <a:gd name="adj" fmla="val 25990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Some Important IT Policies:</a:t>
            </a:r>
          </a:p>
        </p:txBody>
      </p:sp>
      <p:pic>
        <p:nvPicPr>
          <p:cNvPr id="27" name="Picture 26" descr="3 Reasons to Outsource Information Security Policy Writing"/>
          <p:cNvPicPr preferRelativeResize="0"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9" t="5148" r="10029" b="14932"/>
          <a:stretch>
            <a:fillRect/>
          </a:stretch>
        </p:blipFill>
        <p:spPr bwMode="auto">
          <a:xfrm>
            <a:off x="288096" y="1306961"/>
            <a:ext cx="5540400" cy="4820400"/>
          </a:xfrm>
          <a:custGeom>
            <a:avLst/>
            <a:gdLst>
              <a:gd name="connsiteX0" fmla="*/ 112556 w 5540400"/>
              <a:gd name="connsiteY0" fmla="*/ 0 h 4820400"/>
              <a:gd name="connsiteX1" fmla="*/ 5427844 w 5540400"/>
              <a:gd name="connsiteY1" fmla="*/ 0 h 4820400"/>
              <a:gd name="connsiteX2" fmla="*/ 5540400 w 5540400"/>
              <a:gd name="connsiteY2" fmla="*/ 112556 h 4820400"/>
              <a:gd name="connsiteX3" fmla="*/ 5540400 w 5540400"/>
              <a:gd name="connsiteY3" fmla="*/ 4707844 h 4820400"/>
              <a:gd name="connsiteX4" fmla="*/ 5427844 w 5540400"/>
              <a:gd name="connsiteY4" fmla="*/ 4820400 h 4820400"/>
              <a:gd name="connsiteX5" fmla="*/ 112556 w 5540400"/>
              <a:gd name="connsiteY5" fmla="*/ 4820400 h 4820400"/>
              <a:gd name="connsiteX6" fmla="*/ 0 w 5540400"/>
              <a:gd name="connsiteY6" fmla="*/ 4707844 h 4820400"/>
              <a:gd name="connsiteX7" fmla="*/ 0 w 5540400"/>
              <a:gd name="connsiteY7" fmla="*/ 112556 h 4820400"/>
              <a:gd name="connsiteX8" fmla="*/ 112556 w 5540400"/>
              <a:gd name="connsiteY8" fmla="*/ 0 h 482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0400" h="4820400">
                <a:moveTo>
                  <a:pt x="112556" y="0"/>
                </a:moveTo>
                <a:lnTo>
                  <a:pt x="5427844" y="0"/>
                </a:lnTo>
                <a:cubicBezTo>
                  <a:pt x="5490007" y="0"/>
                  <a:pt x="5540400" y="50393"/>
                  <a:pt x="5540400" y="112556"/>
                </a:cubicBezTo>
                <a:lnTo>
                  <a:pt x="5540400" y="4707844"/>
                </a:lnTo>
                <a:cubicBezTo>
                  <a:pt x="5540400" y="4770007"/>
                  <a:pt x="5490007" y="4820400"/>
                  <a:pt x="5427844" y="4820400"/>
                </a:cubicBezTo>
                <a:lnTo>
                  <a:pt x="112556" y="4820400"/>
                </a:lnTo>
                <a:cubicBezTo>
                  <a:pt x="50393" y="4820400"/>
                  <a:pt x="0" y="4770007"/>
                  <a:pt x="0" y="4707844"/>
                </a:cubicBezTo>
                <a:lnTo>
                  <a:pt x="0" y="112556"/>
                </a:lnTo>
                <a:cubicBezTo>
                  <a:pt x="0" y="50393"/>
                  <a:pt x="50393" y="0"/>
                  <a:pt x="112556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87BC3F"/>
            </a:solidFill>
          </a:ln>
          <a:extLst/>
        </p:spPr>
      </p:pic>
      <p:grpSp>
        <p:nvGrpSpPr>
          <p:cNvPr id="7" name="Group 6"/>
          <p:cNvGrpSpPr/>
          <p:nvPr/>
        </p:nvGrpSpPr>
        <p:grpSpPr>
          <a:xfrm>
            <a:off x="5796158" y="3422096"/>
            <a:ext cx="590128" cy="590128"/>
            <a:chOff x="5745970" y="3371909"/>
            <a:chExt cx="690504" cy="690504"/>
          </a:xfrm>
        </p:grpSpPr>
        <p:sp>
          <p:nvSpPr>
            <p:cNvPr id="3" name="Oval 2"/>
            <p:cNvSpPr/>
            <p:nvPr/>
          </p:nvSpPr>
          <p:spPr>
            <a:xfrm>
              <a:off x="5745970" y="3371909"/>
              <a:ext cx="690504" cy="69050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41275"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5935473" y="3544804"/>
              <a:ext cx="378694" cy="344714"/>
              <a:chOff x="6653153" y="-484414"/>
              <a:chExt cx="378694" cy="344714"/>
            </a:xfrm>
          </p:grpSpPr>
          <p:sp>
            <p:nvSpPr>
              <p:cNvPr id="5" name="Isosceles Triangle 4"/>
              <p:cNvSpPr/>
              <p:nvPr/>
            </p:nvSpPr>
            <p:spPr>
              <a:xfrm rot="5400000">
                <a:off x="6710906" y="-460641"/>
                <a:ext cx="344714" cy="2971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6634745" y="-427112"/>
                <a:ext cx="266926" cy="230110"/>
              </a:xfrm>
              <a:prstGeom prst="triangl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629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Same Side Corner Rectangle 36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</a:t>
            </a:r>
            <a:r>
              <a:rPr lang="en-US" sz="3600" dirty="0" smtClean="0">
                <a:solidFill>
                  <a:schemeClr val="bg1"/>
                </a:solidFill>
              </a:rPr>
              <a:t>Policies (I/III)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0819" y="1453226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Information Security Policy &amp; </a:t>
            </a:r>
            <a:r>
              <a:rPr lang="en-IN" sz="2000" dirty="0" smtClean="0">
                <a:solidFill>
                  <a:schemeClr val="accent6">
                    <a:lumMod val="50000"/>
                  </a:schemeClr>
                </a:solidFill>
              </a:rPr>
              <a:t>Password:</a:t>
            </a:r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0819" y="1776823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 ensures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that patient data is protected from unauthorized access, breaches, and misuse in healthcare systems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Password policy enforces strong, secure passwords to safeguard sensitive health information and maintain patient privacy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1599" y="2767502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Internet Access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599" y="3091099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Internet Access Policy defines secure and controlled use of internet resources in healthcare organizations to protect patient data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ensures compliance, prevents data breaches, and supports safe access to clinical and administrative systems.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1599" y="4081778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E-mail Security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599" y="4405375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This Policy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in the healthcare sector defines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to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protect sensitive patient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data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from unauthorized access, phishing, and data breaches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ensures secure communication by enforcing encryption, access control, and proper e-mail usage compliance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51599" y="5396053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End user device security Policy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599" y="5719650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This Policy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in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healthcare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sector ensures that devices like computers, mobiles, and tablets accessing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patient data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are properly secured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protects sensitive health information by enforcing access control, antivirus, encryption, and safe usage practices.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50038" y="2518384"/>
            <a:ext cx="11480792" cy="2628552"/>
            <a:chOff x="350038" y="2518384"/>
            <a:chExt cx="11480792" cy="2628552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350038" y="2518384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50038" y="3832660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50038" y="5146936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47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Same Side Corner Rectangle 36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</a:t>
            </a:r>
            <a:r>
              <a:rPr lang="en-US" sz="3600" dirty="0" smtClean="0">
                <a:solidFill>
                  <a:schemeClr val="bg1"/>
                </a:solidFill>
              </a:rPr>
              <a:t>Policies (II/III)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0819" y="1453226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Data Backup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819" y="1776823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 Data Backup Policy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ensures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regular, secure backups of patient and clinical data to prevent loss due to system failure or cyberattacks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supports data recovery, business continuity, and compliance with healthcare regulations.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1599" y="2767502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Physical &amp; Environmental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599" y="3091099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This Policy ensures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protection of facilities, equipment, and patient data from physical threats and environmental risks.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defines controls for access security,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fire safety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, and disaster preparedness to ensure uninterrupted healthcare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599" y="4081778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Data Security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599" y="4405375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 Data Security Policy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protect the patient data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from unauthorized access, breaches, and misuse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defines standards for data access, storage, encryption, and compliance with healthcare regulations like HIPAA.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51599" y="5396053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Data Privacy Policy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599" y="5719650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This policy ensures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that patient information is collected, stored, and shared securely and only for authorized purposes.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protects patient confidentiality and ensures compliance with healthcare regulations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like data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protection laws.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50038" y="2518384"/>
            <a:ext cx="11480792" cy="2628552"/>
            <a:chOff x="350038" y="2518384"/>
            <a:chExt cx="11480792" cy="2628552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350038" y="2518384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50038" y="3832660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50038" y="5146936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788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 Same Side Corner Rectangle 36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IT </a:t>
            </a:r>
            <a:r>
              <a:rPr lang="en-US" sz="3600" dirty="0" smtClean="0">
                <a:solidFill>
                  <a:schemeClr val="bg1"/>
                </a:solidFill>
              </a:rPr>
              <a:t>Policies (III/III)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0819" y="1453226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Clear Screen &amp; Clear Desk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819" y="1776823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This Policy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ensures that patient information is not left visible on desks or computer screens when unattended.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helps prevent unauthorized access to sensitive healthcare data and supports patient privacy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599" y="2767502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New creation of HIS / Email id /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1599" y="3091099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New creation of HIS / Email ID / services is the approved process for granting system access to healthcare staff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ensures secure, role-based access while maintaining data privacy and compliance.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1599" y="4081778"/>
            <a:ext cx="11479231" cy="2769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Service Cancellation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599" y="4405375"/>
            <a:ext cx="11479231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spc="-10" dirty="0" smtClean="0">
                <a:solidFill>
                  <a:schemeClr val="accent6">
                    <a:lumMod val="75000"/>
                  </a:schemeClr>
                </a:solidFill>
              </a:rPr>
              <a:t>Service </a:t>
            </a:r>
            <a:r>
              <a:rPr lang="en-US" sz="1600" spc="-10" dirty="0">
                <a:solidFill>
                  <a:schemeClr val="accent6">
                    <a:lumMod val="75000"/>
                  </a:schemeClr>
                </a:solidFill>
              </a:rPr>
              <a:t>Cancellation </a:t>
            </a:r>
            <a:r>
              <a:rPr lang="en-US" sz="1600" spc="-10" dirty="0" smtClean="0">
                <a:solidFill>
                  <a:schemeClr val="accent6">
                    <a:lumMod val="75000"/>
                  </a:schemeClr>
                </a:solidFill>
              </a:rPr>
              <a:t>Policy defines </a:t>
            </a:r>
            <a:r>
              <a:rPr lang="en-US" sz="1600" spc="-10" dirty="0">
                <a:solidFill>
                  <a:schemeClr val="accent6">
                    <a:lumMod val="75000"/>
                  </a:schemeClr>
                </a:solidFill>
              </a:rPr>
              <a:t>how and when healthcare services or appointments can be cancelled to ensure smooth patient care.</a:t>
            </a:r>
          </a:p>
          <a:p>
            <a:pPr marL="1080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It helps optimize resources and reduce inconvenience for patients and providers.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50038" y="2518384"/>
            <a:ext cx="11480792" cy="1314276"/>
            <a:chOff x="350038" y="2518384"/>
            <a:chExt cx="11480792" cy="1314276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350038" y="2518384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50038" y="3832660"/>
              <a:ext cx="11480792" cy="0"/>
            </a:xfrm>
            <a:prstGeom prst="line">
              <a:avLst/>
            </a:prstGeom>
            <a:ln w="15875"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bg1"/>
                  </a:gs>
                  <a:gs pos="100000">
                    <a:schemeClr val="accent6">
                      <a:lumMod val="50000"/>
                    </a:schemeClr>
                  </a:gs>
                </a:gsLst>
                <a:lin ang="3000000" scaled="0"/>
              </a:gradFill>
              <a:prstDash val="sysDot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47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 Same Side Corner Rectangle 35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448444" y="1199268"/>
            <a:ext cx="5220505" cy="5035786"/>
          </a:xfrm>
          <a:prstGeom prst="roundRect">
            <a:avLst>
              <a:gd name="adj" fmla="val 1726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6352677" y="1199268"/>
            <a:ext cx="5541671" cy="5035785"/>
          </a:xfrm>
          <a:prstGeom prst="roundRect">
            <a:avLst>
              <a:gd name="adj" fmla="val 31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0" rtlCol="0" anchor="t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HMIS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EMR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PACs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Tally ERP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CRM Application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Porter Application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MRD S/w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Speech recognition s/w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Introduction to IT Applications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52911" y="1199269"/>
            <a:ext cx="5541671" cy="658106"/>
          </a:xfrm>
          <a:prstGeom prst="roundRect">
            <a:avLst>
              <a:gd name="adj" fmla="val 25990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Important IT  Applications: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225" y="1290928"/>
            <a:ext cx="5572125" cy="4852467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28575">
            <a:solidFill>
              <a:srgbClr val="87BC3F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2" descr="Applications Platforms and different types of Software | by Baseer Hussain  | Computing Technology with IT Fundamentals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8" y="1890417"/>
            <a:ext cx="4951760" cy="364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796158" y="3422096"/>
            <a:ext cx="590128" cy="590128"/>
            <a:chOff x="5745970" y="3371909"/>
            <a:chExt cx="690504" cy="690504"/>
          </a:xfrm>
        </p:grpSpPr>
        <p:sp>
          <p:nvSpPr>
            <p:cNvPr id="3" name="Oval 2"/>
            <p:cNvSpPr/>
            <p:nvPr/>
          </p:nvSpPr>
          <p:spPr>
            <a:xfrm>
              <a:off x="5745970" y="3371909"/>
              <a:ext cx="690504" cy="69050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41275"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5935473" y="3544804"/>
              <a:ext cx="378694" cy="344714"/>
              <a:chOff x="6653153" y="-484414"/>
              <a:chExt cx="378694" cy="344714"/>
            </a:xfrm>
          </p:grpSpPr>
          <p:sp>
            <p:nvSpPr>
              <p:cNvPr id="5" name="Isosceles Triangle 4"/>
              <p:cNvSpPr/>
              <p:nvPr/>
            </p:nvSpPr>
            <p:spPr>
              <a:xfrm rot="5400000">
                <a:off x="6710906" y="-460641"/>
                <a:ext cx="344714" cy="2971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6634745" y="-427112"/>
                <a:ext cx="266926" cy="230110"/>
              </a:xfrm>
              <a:prstGeom prst="triangl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768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 Same Side Corner Rectangle 29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448444" y="1199268"/>
            <a:ext cx="5220505" cy="5035786"/>
          </a:xfrm>
          <a:prstGeom prst="roundRect">
            <a:avLst>
              <a:gd name="adj" fmla="val 1726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Social Engineering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352677" y="1199268"/>
            <a:ext cx="5541671" cy="5035785"/>
            <a:chOff x="6352677" y="1199268"/>
            <a:chExt cx="5541671" cy="5035785"/>
          </a:xfrm>
        </p:grpSpPr>
        <p:sp>
          <p:nvSpPr>
            <p:cNvPr id="31" name="Rounded Rectangle 30"/>
            <p:cNvSpPr/>
            <p:nvPr/>
          </p:nvSpPr>
          <p:spPr>
            <a:xfrm>
              <a:off x="6352677" y="1199268"/>
              <a:ext cx="5541671" cy="5035785"/>
            </a:xfrm>
            <a:prstGeom prst="roundRect">
              <a:avLst>
                <a:gd name="adj" fmla="val 317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0" rtlCol="0" anchor="t" anchorCtr="0"/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Social engineering is the process of stealing of some confidential data/information  by direct interaction or by some trick.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6586156" y="3252071"/>
              <a:ext cx="3012941" cy="400110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/>
            <a:p>
              <a:r>
                <a:rPr lang="en-US" sz="2600" dirty="0">
                  <a:solidFill>
                    <a:srgbClr val="87BC3F"/>
                  </a:solidFill>
                </a:rPr>
                <a:t>Important types of </a:t>
              </a:r>
              <a:r>
                <a:rPr lang="en-US" sz="2600" dirty="0">
                  <a:solidFill>
                    <a:schemeClr val="accent6">
                      <a:lumMod val="50000"/>
                    </a:schemeClr>
                  </a:solidFill>
                </a:rPr>
                <a:t>SE</a:t>
              </a:r>
              <a:r>
                <a:rPr lang="en-US" sz="2600" dirty="0">
                  <a:solidFill>
                    <a:srgbClr val="87BC3F"/>
                  </a:solidFill>
                </a:rPr>
                <a:t>: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6586156" y="3693039"/>
              <a:ext cx="5074713" cy="39371"/>
              <a:chOff x="6558487" y="3693039"/>
              <a:chExt cx="5074713" cy="39371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6558487" y="3712724"/>
                <a:ext cx="5074713" cy="0"/>
              </a:xfrm>
              <a:prstGeom prst="line">
                <a:avLst/>
              </a:prstGeom>
              <a:ln w="19050">
                <a:solidFill>
                  <a:srgbClr val="87BC3F"/>
                </a:solidFill>
                <a:prstDash val="sysDot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/>
              <p:cNvSpPr/>
              <p:nvPr/>
            </p:nvSpPr>
            <p:spPr>
              <a:xfrm>
                <a:off x="6558487" y="3693039"/>
                <a:ext cx="2614380" cy="39371"/>
              </a:xfrm>
              <a:prstGeom prst="rect">
                <a:avLst/>
              </a:prstGeom>
              <a:solidFill>
                <a:srgbClr val="87BC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6547479" y="3831222"/>
              <a:ext cx="2094886" cy="6309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no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Phishing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Pharming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276225" y="1290928"/>
            <a:ext cx="5572125" cy="4852467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28575">
            <a:solidFill>
              <a:srgbClr val="87BC3F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6" descr="Social engineering and how it can impact your company - 4C Group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3" t="5836" r="16115" b="4452"/>
          <a:stretch/>
        </p:blipFill>
        <p:spPr bwMode="auto">
          <a:xfrm>
            <a:off x="1164293" y="1945511"/>
            <a:ext cx="379598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796158" y="3422096"/>
            <a:ext cx="590128" cy="590128"/>
            <a:chOff x="5745970" y="3371909"/>
            <a:chExt cx="690504" cy="690504"/>
          </a:xfrm>
        </p:grpSpPr>
        <p:sp>
          <p:nvSpPr>
            <p:cNvPr id="3" name="Oval 2"/>
            <p:cNvSpPr/>
            <p:nvPr/>
          </p:nvSpPr>
          <p:spPr>
            <a:xfrm>
              <a:off x="5745970" y="3371909"/>
              <a:ext cx="690504" cy="69050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41275"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5935473" y="3544804"/>
              <a:ext cx="378694" cy="344714"/>
              <a:chOff x="6653153" y="-484414"/>
              <a:chExt cx="378694" cy="344714"/>
            </a:xfrm>
          </p:grpSpPr>
          <p:sp>
            <p:nvSpPr>
              <p:cNvPr id="5" name="Isosceles Triangle 4"/>
              <p:cNvSpPr/>
              <p:nvPr/>
            </p:nvSpPr>
            <p:spPr>
              <a:xfrm rot="5400000">
                <a:off x="6710906" y="-460641"/>
                <a:ext cx="344714" cy="297168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6634745" y="-427112"/>
                <a:ext cx="266926" cy="230110"/>
              </a:xfrm>
              <a:prstGeom prst="triangl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rgbClr val="87BC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1" name="Rounded Rectangle 20"/>
          <p:cNvSpPr/>
          <p:nvPr/>
        </p:nvSpPr>
        <p:spPr>
          <a:xfrm>
            <a:off x="6352911" y="1199269"/>
            <a:ext cx="5541671" cy="658106"/>
          </a:xfrm>
          <a:prstGeom prst="roundRect">
            <a:avLst>
              <a:gd name="adj" fmla="val 25990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Social Engineering:</a:t>
            </a:r>
          </a:p>
        </p:txBody>
      </p:sp>
    </p:spTree>
    <p:extLst>
      <p:ext uri="{BB962C8B-B14F-4D97-AF65-F5344CB8AC3E}">
        <p14:creationId xmlns:p14="http://schemas.microsoft.com/office/powerpoint/2010/main" val="375309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 Same Side Corner Rectangle 41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ounded Rectangle 40"/>
          <p:cNvSpPr/>
          <p:nvPr/>
        </p:nvSpPr>
        <p:spPr>
          <a:xfrm>
            <a:off x="455884" y="2734090"/>
            <a:ext cx="5369829" cy="3441665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6355448" y="2734090"/>
            <a:ext cx="5369829" cy="3441665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Phishing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3" name="Text Placeholder 2"/>
          <p:cNvSpPr txBox="1">
            <a:spLocks/>
          </p:cNvSpPr>
          <p:nvPr/>
        </p:nvSpPr>
        <p:spPr>
          <a:xfrm>
            <a:off x="310736" y="1213597"/>
            <a:ext cx="11560973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Phishing</a:t>
            </a:r>
            <a:r>
              <a:rPr lang="en-US" sz="2800" dirty="0"/>
              <a:t> is a type of SE where the attacker gathers confidential details like login id, password, credit card details, account </a:t>
            </a:r>
            <a:r>
              <a:rPr lang="en-US" sz="2800" dirty="0" err="1"/>
              <a:t>deatails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 from the victim by </a:t>
            </a:r>
            <a:r>
              <a:rPr lang="en-US" sz="2800" dirty="0" smtClean="0"/>
              <a:t>call/</a:t>
            </a:r>
            <a:r>
              <a:rPr lang="en-US" sz="2800" dirty="0" err="1" smtClean="0"/>
              <a:t>sms</a:t>
            </a:r>
            <a:r>
              <a:rPr lang="en-US" sz="2800" dirty="0" smtClean="0"/>
              <a:t>/WhatsApp/emails</a:t>
            </a:r>
            <a:r>
              <a:rPr lang="en-US" sz="2800" dirty="0"/>
              <a:t>.</a:t>
            </a:r>
          </a:p>
        </p:txBody>
      </p:sp>
      <p:pic>
        <p:nvPicPr>
          <p:cNvPr id="40" name="Picture 39" descr="Phishing Attacks Not Going Away So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" t="2343" r="7713" b="5379"/>
          <a:stretch/>
        </p:blipFill>
        <p:spPr bwMode="auto">
          <a:xfrm>
            <a:off x="310736" y="2825961"/>
            <a:ext cx="5643910" cy="3257925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 descr="What Is Executive Phishing?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" t="1322" r="923" b="1783"/>
          <a:stretch/>
        </p:blipFill>
        <p:spPr bwMode="auto">
          <a:xfrm>
            <a:off x="6210300" y="2825961"/>
            <a:ext cx="5643910" cy="3257925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66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 Same Side Corner Rectangle 26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ounded Rectangle 23"/>
          <p:cNvSpPr/>
          <p:nvPr/>
        </p:nvSpPr>
        <p:spPr>
          <a:xfrm>
            <a:off x="6355448" y="2734090"/>
            <a:ext cx="5369829" cy="3441665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ounded Rectangle 40"/>
          <p:cNvSpPr/>
          <p:nvPr/>
        </p:nvSpPr>
        <p:spPr>
          <a:xfrm>
            <a:off x="455884" y="2734090"/>
            <a:ext cx="5369829" cy="3441665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Pharming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3" name="Text Placeholder 2"/>
          <p:cNvSpPr txBox="1">
            <a:spLocks/>
          </p:cNvSpPr>
          <p:nvPr/>
        </p:nvSpPr>
        <p:spPr>
          <a:xfrm>
            <a:off x="310736" y="1213597"/>
            <a:ext cx="11560973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2200"/>
            </a:lvl1pPr>
          </a:lstStyle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Pharming</a:t>
            </a:r>
            <a:r>
              <a:rPr lang="en-US" sz="2800" dirty="0"/>
              <a:t> is a type of online fraud when victims are directed to </a:t>
            </a:r>
            <a:r>
              <a:rPr lang="en-US" sz="2800" dirty="0" err="1"/>
              <a:t>phoney</a:t>
            </a:r>
            <a:r>
              <a:rPr lang="en-US" sz="2800" dirty="0"/>
              <a:t> websites by malicious code in an effort to obtain their login credentials and personal information.</a:t>
            </a:r>
          </a:p>
        </p:txBody>
      </p:sp>
      <p:pic>
        <p:nvPicPr>
          <p:cNvPr id="18" name="Picture 17" descr="What is a pharming attack? - Universal CPA Revie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36" y="2825886"/>
            <a:ext cx="5643910" cy="3258000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Phishing Prevention Best Practices: How to Detect &amp; Avoid - Valimail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" t="607" r="304" b="1883"/>
          <a:stretch/>
        </p:blipFill>
        <p:spPr bwMode="auto">
          <a:xfrm>
            <a:off x="6210300" y="2825886"/>
            <a:ext cx="5684048" cy="3258000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01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 Same Side Corner Rectangle 24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Cyber Security &amp; Reporting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88096" y="1111014"/>
            <a:ext cx="5782942" cy="4001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2600" dirty="0">
                <a:solidFill>
                  <a:schemeClr val="accent6"/>
                </a:solidFill>
              </a:rPr>
              <a:t>Cyberattack: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96" y="4783525"/>
            <a:ext cx="5782942" cy="4001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2600" dirty="0">
                <a:solidFill>
                  <a:schemeClr val="accent6"/>
                </a:solidFill>
              </a:rPr>
              <a:t>Note: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96" y="5347036"/>
            <a:ext cx="5782942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Immediately informed to your IT team without wasting of any time, without any self analysis, without closing the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3359" y="1111014"/>
            <a:ext cx="5052134" cy="2468168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 descr="Transparency Key in London Boroughs' Cyber Attack Respons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9" t="15128" r="5959" b="23447"/>
          <a:stretch/>
        </p:blipFill>
        <p:spPr>
          <a:xfrm>
            <a:off x="6584504" y="1176361"/>
            <a:ext cx="5309844" cy="2337475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713359" y="3894531"/>
            <a:ext cx="5052134" cy="2468168"/>
          </a:xfrm>
          <a:prstGeom prst="roundRect">
            <a:avLst>
              <a:gd name="adj" fmla="val 4248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SA is a primary target for cyber-attacks. What are the best practices ..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37" y="3960415"/>
            <a:ext cx="5164378" cy="2336400"/>
          </a:xfrm>
          <a:custGeom>
            <a:avLst/>
            <a:gdLst>
              <a:gd name="connsiteX0" fmla="*/ 99296 w 5309844"/>
              <a:gd name="connsiteY0" fmla="*/ 0 h 2337475"/>
              <a:gd name="connsiteX1" fmla="*/ 5210548 w 5309844"/>
              <a:gd name="connsiteY1" fmla="*/ 0 h 2337475"/>
              <a:gd name="connsiteX2" fmla="*/ 5309844 w 5309844"/>
              <a:gd name="connsiteY2" fmla="*/ 99296 h 2337475"/>
              <a:gd name="connsiteX3" fmla="*/ 5309844 w 5309844"/>
              <a:gd name="connsiteY3" fmla="*/ 2238179 h 2337475"/>
              <a:gd name="connsiteX4" fmla="*/ 5210548 w 5309844"/>
              <a:gd name="connsiteY4" fmla="*/ 2337475 h 2337475"/>
              <a:gd name="connsiteX5" fmla="*/ 99296 w 5309844"/>
              <a:gd name="connsiteY5" fmla="*/ 2337475 h 2337475"/>
              <a:gd name="connsiteX6" fmla="*/ 0 w 5309844"/>
              <a:gd name="connsiteY6" fmla="*/ 2238179 h 2337475"/>
              <a:gd name="connsiteX7" fmla="*/ 0 w 5309844"/>
              <a:gd name="connsiteY7" fmla="*/ 99296 h 2337475"/>
              <a:gd name="connsiteX8" fmla="*/ 99296 w 5309844"/>
              <a:gd name="connsiteY8" fmla="*/ 0 h 233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09844" h="2337475">
                <a:moveTo>
                  <a:pt x="99296" y="0"/>
                </a:moveTo>
                <a:lnTo>
                  <a:pt x="5210548" y="0"/>
                </a:lnTo>
                <a:cubicBezTo>
                  <a:pt x="5265388" y="0"/>
                  <a:pt x="5309844" y="44456"/>
                  <a:pt x="5309844" y="99296"/>
                </a:cubicBezTo>
                <a:lnTo>
                  <a:pt x="5309844" y="2238179"/>
                </a:lnTo>
                <a:cubicBezTo>
                  <a:pt x="5309844" y="2293019"/>
                  <a:pt x="5265388" y="2337475"/>
                  <a:pt x="5210548" y="2337475"/>
                </a:cubicBezTo>
                <a:lnTo>
                  <a:pt x="99296" y="2337475"/>
                </a:lnTo>
                <a:cubicBezTo>
                  <a:pt x="44456" y="2337475"/>
                  <a:pt x="0" y="2293019"/>
                  <a:pt x="0" y="2238179"/>
                </a:cubicBezTo>
                <a:lnTo>
                  <a:pt x="0" y="99296"/>
                </a:lnTo>
                <a:cubicBezTo>
                  <a:pt x="0" y="44456"/>
                  <a:pt x="44456" y="0"/>
                  <a:pt x="99296" y="0"/>
                </a:cubicBezTo>
                <a:close/>
              </a:path>
            </a:pathLst>
          </a:custGeom>
          <a:ln w="28575">
            <a:solidFill>
              <a:srgbClr val="87BC3F"/>
            </a:solidFill>
          </a:ln>
        </p:spPr>
      </p:pic>
      <p:grpSp>
        <p:nvGrpSpPr>
          <p:cNvPr id="27" name="Group 26"/>
          <p:cNvGrpSpPr/>
          <p:nvPr/>
        </p:nvGrpSpPr>
        <p:grpSpPr>
          <a:xfrm>
            <a:off x="288096" y="1573138"/>
            <a:ext cx="5782942" cy="39371"/>
            <a:chOff x="300238" y="1511159"/>
            <a:chExt cx="5770800" cy="39371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300238" y="1530844"/>
              <a:ext cx="5770800" cy="0"/>
            </a:xfrm>
            <a:prstGeom prst="line">
              <a:avLst/>
            </a:prstGeom>
            <a:ln w="19050">
              <a:solidFill>
                <a:srgbClr val="87BC3F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00238" y="1511159"/>
              <a:ext cx="3472434" cy="39371"/>
            </a:xfrm>
            <a:prstGeom prst="rect">
              <a:avLst/>
            </a:prstGeom>
            <a:solidFill>
              <a:srgbClr val="87B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8096" y="5245649"/>
            <a:ext cx="5782942" cy="39371"/>
            <a:chOff x="300238" y="1511159"/>
            <a:chExt cx="5770800" cy="39371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00238" y="1530844"/>
              <a:ext cx="5770800" cy="0"/>
            </a:xfrm>
            <a:prstGeom prst="line">
              <a:avLst/>
            </a:prstGeom>
            <a:ln w="19050">
              <a:solidFill>
                <a:srgbClr val="87BC3F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00238" y="1511159"/>
              <a:ext cx="3472434" cy="39371"/>
            </a:xfrm>
            <a:prstGeom prst="rect">
              <a:avLst/>
            </a:prstGeom>
            <a:solidFill>
              <a:srgbClr val="87B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288096" y="1674523"/>
            <a:ext cx="5782942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200" dirty="0"/>
              <a:t>A cyberattack is a malicious and deliberate attempt by an individual or organization to breach the information system of another individual or organization.</a:t>
            </a:r>
          </a:p>
          <a:p>
            <a:r>
              <a:rPr lang="en-US" sz="2200" dirty="0"/>
              <a:t>Also we can say it is an intentional efforts to steal, expose, alter, disable, or destroy data, applications, or other assets through unauthorized access to a network, computer system or digital device</a:t>
            </a:r>
          </a:p>
        </p:txBody>
      </p:sp>
    </p:spTree>
    <p:extLst>
      <p:ext uri="{BB962C8B-B14F-4D97-AF65-F5344CB8AC3E}">
        <p14:creationId xmlns:p14="http://schemas.microsoft.com/office/powerpoint/2010/main" val="8249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 Same Side Corner Rectangle 43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WARD &amp; BED Identification in HIS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82237" y="1093832"/>
            <a:ext cx="5667873" cy="5246007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0" rtlCol="0" anchor="t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82471" y="1093835"/>
            <a:ext cx="5667873" cy="407306"/>
          </a:xfrm>
          <a:prstGeom prst="roundRect">
            <a:avLst>
              <a:gd name="adj" fmla="val 16674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 smtClean="0"/>
              <a:t>Utkal</a:t>
            </a:r>
            <a:r>
              <a:rPr lang="en-IN" sz="2400" dirty="0" smtClean="0"/>
              <a:t> hospital ward details</a:t>
            </a:r>
            <a:endParaRPr lang="en-IN" sz="2400" dirty="0"/>
          </a:p>
        </p:txBody>
      </p:sp>
      <p:sp>
        <p:nvSpPr>
          <p:cNvPr id="40" name="Rounded Rectangle 39"/>
          <p:cNvSpPr/>
          <p:nvPr/>
        </p:nvSpPr>
        <p:spPr>
          <a:xfrm>
            <a:off x="332100" y="1093832"/>
            <a:ext cx="5667873" cy="5246007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0" rtlCol="0" anchor="t" anchorCtr="0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32334" y="1093835"/>
            <a:ext cx="5667873" cy="407306"/>
          </a:xfrm>
          <a:prstGeom prst="roundRect">
            <a:avLst>
              <a:gd name="adj" fmla="val 16674"/>
            </a:avLst>
          </a:prstGeom>
          <a:solidFill>
            <a:srgbClr val="87BC3F"/>
          </a:solidFill>
          <a:ln>
            <a:solidFill>
              <a:srgbClr val="87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Utkal</a:t>
            </a:r>
            <a:r>
              <a:rPr lang="en-US" sz="2400" dirty="0" smtClean="0"/>
              <a:t> hospital bed prefix identification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543774"/>
              </p:ext>
            </p:extLst>
          </p:nvPr>
        </p:nvGraphicFramePr>
        <p:xfrm>
          <a:off x="6246305" y="1607902"/>
          <a:ext cx="5540205" cy="4672800"/>
        </p:xfrm>
        <a:graphic>
          <a:graphicData uri="http://schemas.openxmlformats.org/drawingml/2006/table">
            <a:tbl>
              <a:tblPr/>
              <a:tblGrid>
                <a:gridCol w="18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Floor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latin typeface="+mn-lt"/>
                        </a:rPr>
                        <a:t>WARD NAME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WARD D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PAEDIATRIC WARD N3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NICU N3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PICU N3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PRIVATE WARD A3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GENERAL WARD N4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PRIVATE WARD N4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SEMI PRIVATE WARD N4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B2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DAYCARE B2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B2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</a:rPr>
                        <a:t>DAYCARE B2 SINGLE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MICU A1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SICU A1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2F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GENERAL WARD A2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2F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ICU-2 A2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GENERAL WARD A4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HDU-3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GF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EMERGENCY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GF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ISOLATION WARD B0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2F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ICU-3 B2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PRIVATE WARD B3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GENERAL WARD B4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5F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DIALYSIS WARD B5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5F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KTU B5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5F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</a:rPr>
                        <a:t>BMT ICU B5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CCU-C1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CTVS ICU C1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2F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PRIVATE WARD C2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PRIVATE WARD C3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SEMI PRIVATE WARD C3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GENERAL WARD C4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5F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GENERAL WARD C5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chemeClr val="accent1"/>
                          </a:solidFill>
                          <a:latin typeface="+mn-lt"/>
                        </a:rPr>
                        <a:t>HIGH DOSE N1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871373"/>
              </p:ext>
            </p:extLst>
          </p:nvPr>
        </p:nvGraphicFramePr>
        <p:xfrm>
          <a:off x="423070" y="1616483"/>
          <a:ext cx="5486400" cy="466820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FLOOR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SECTION-1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SECTION-2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SECTION-3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SECTION-4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6F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ADMIN SECTION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 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ROOM NO.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5F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C5            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45XX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4F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44XX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3F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43XX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2F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A2                  22XX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42XX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1F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N1                   11XX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41XX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GF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 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B1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NB1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AB1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BB1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CB1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latin typeface="+mn-lt"/>
                        </a:rPr>
                        <a:t>B2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NB2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AB2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BB2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CB2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4382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N-WING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A-WING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B-WING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C00000"/>
                          </a:solidFill>
                          <a:latin typeface="+mn-lt"/>
                        </a:rPr>
                        <a:t>C-WING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26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9B855C0-C12D-9D42-9A70-890B9A27F1FA}"/>
              </a:ext>
            </a:extLst>
          </p:cNvPr>
          <p:cNvSpPr/>
          <p:nvPr/>
        </p:nvSpPr>
        <p:spPr>
          <a:xfrm rot="5400000">
            <a:off x="5718341" y="-5261603"/>
            <a:ext cx="640546" cy="117114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vert270" lIns="18000" tIns="18000" rIns="18000" bIns="108000" rtlCol="0" anchor="ctr" anchorCtr="0"/>
          <a:lstStyle/>
          <a:p>
            <a:r>
              <a:rPr lang="en-US" sz="3600" dirty="0">
                <a:solidFill>
                  <a:schemeClr val="bg1"/>
                </a:solidFill>
              </a:rPr>
              <a:t> Contact Us</a:t>
            </a:r>
          </a:p>
        </p:txBody>
      </p:sp>
      <p:sp>
        <p:nvSpPr>
          <p:cNvPr id="8" name="Oval 7"/>
          <p:cNvSpPr/>
          <p:nvPr/>
        </p:nvSpPr>
        <p:spPr>
          <a:xfrm>
            <a:off x="11176145" y="182420"/>
            <a:ext cx="823420" cy="8234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logo with black and green letters">
            <a:extLst>
              <a:ext uri="{FF2B5EF4-FFF2-40B4-BE49-F238E27FC236}">
                <a16:creationId xmlns:a16="http://schemas.microsoft.com/office/drawing/2014/main" id="{59A857E5-0CA7-DC6F-3A62-91958B9EA6C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9196" r="3927" b="9335"/>
          <a:stretch/>
        </p:blipFill>
        <p:spPr>
          <a:xfrm>
            <a:off x="11235022" y="432836"/>
            <a:ext cx="705668" cy="3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8533" y="2328252"/>
            <a:ext cx="4891874" cy="4001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2600" dirty="0">
                <a:solidFill>
                  <a:schemeClr val="accent6"/>
                </a:solidFill>
              </a:rPr>
              <a:t>For Application (</a:t>
            </a:r>
            <a:r>
              <a:rPr lang="en-US" sz="2600" dirty="0" smtClean="0">
                <a:solidFill>
                  <a:schemeClr val="accent6"/>
                </a:solidFill>
              </a:rPr>
              <a:t>S</a:t>
            </a:r>
            <a:r>
              <a:rPr lang="en-US" sz="2600" dirty="0" smtClean="0">
                <a:solidFill>
                  <a:schemeClr val="accent6"/>
                </a:solidFill>
              </a:rPr>
              <a:t>oftware</a:t>
            </a:r>
            <a:r>
              <a:rPr lang="en-US" sz="2600" dirty="0" smtClean="0">
                <a:solidFill>
                  <a:schemeClr val="accent6"/>
                </a:solidFill>
              </a:rPr>
              <a:t>) </a:t>
            </a:r>
            <a:r>
              <a:rPr lang="en-US" sz="2600" dirty="0">
                <a:solidFill>
                  <a:schemeClr val="accent6"/>
                </a:solidFill>
              </a:rPr>
              <a:t>Support: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28270" y="2880352"/>
            <a:ext cx="4892400" cy="39371"/>
            <a:chOff x="428270" y="2790376"/>
            <a:chExt cx="4892400" cy="39371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428270" y="2810061"/>
              <a:ext cx="4892400" cy="0"/>
            </a:xfrm>
            <a:prstGeom prst="line">
              <a:avLst/>
            </a:prstGeom>
            <a:ln w="19050">
              <a:solidFill>
                <a:srgbClr val="87BC3F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428271" y="2790376"/>
              <a:ext cx="2537612" cy="39371"/>
            </a:xfrm>
            <a:prstGeom prst="rect">
              <a:avLst/>
            </a:prstGeom>
            <a:solidFill>
              <a:srgbClr val="87B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Rectangle 1"/>
          <p:cNvSpPr/>
          <p:nvPr/>
        </p:nvSpPr>
        <p:spPr>
          <a:xfrm>
            <a:off x="428269" y="3071713"/>
            <a:ext cx="4892400" cy="101566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lvl="2"/>
            <a:r>
              <a:rPr lang="en-US" sz="2200" dirty="0" smtClean="0">
                <a:solidFill>
                  <a:schemeClr val="accent6">
                    <a:lumMod val="50000"/>
                  </a:schemeClr>
                </a:solidFill>
              </a:rPr>
              <a:t>Mr. </a:t>
            </a:r>
            <a:r>
              <a:rPr lang="en-US" sz="2200" dirty="0" err="1" smtClean="0">
                <a:solidFill>
                  <a:schemeClr val="accent6">
                    <a:lumMod val="50000"/>
                  </a:schemeClr>
                </a:solidFill>
              </a:rPr>
              <a:t>Soumindra</a:t>
            </a:r>
            <a:r>
              <a:rPr lang="en-US" sz="2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Kumar Gain</a:t>
            </a:r>
          </a:p>
          <a:p>
            <a:pPr marL="0" lvl="2"/>
            <a:r>
              <a:rPr lang="en-US" sz="2200" dirty="0" smtClean="0"/>
              <a:t>soumindra.gain@utkalhospital.in</a:t>
            </a:r>
            <a:endParaRPr lang="en-US" sz="2200" dirty="0"/>
          </a:p>
          <a:p>
            <a:pPr marL="0" lvl="2"/>
            <a:r>
              <a:rPr lang="en-US" sz="2200" dirty="0" smtClean="0"/>
              <a:t>Mob - 9337333940</a:t>
            </a:r>
            <a:endParaRPr lang="en-US" sz="2200" dirty="0"/>
          </a:p>
        </p:txBody>
      </p:sp>
      <p:sp>
        <p:nvSpPr>
          <p:cNvPr id="21" name="Rectangle 20"/>
          <p:cNvSpPr/>
          <p:nvPr/>
        </p:nvSpPr>
        <p:spPr>
          <a:xfrm>
            <a:off x="5794656" y="2328252"/>
            <a:ext cx="5958000" cy="40011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2600" dirty="0">
                <a:solidFill>
                  <a:schemeClr val="accent6"/>
                </a:solidFill>
              </a:rPr>
              <a:t>For Infra (Hardware &amp; Networking) Support: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794656" y="2874791"/>
            <a:ext cx="5958000" cy="39371"/>
            <a:chOff x="5851414" y="2504158"/>
            <a:chExt cx="5959517" cy="39371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5851414" y="2523843"/>
              <a:ext cx="5959517" cy="0"/>
            </a:xfrm>
            <a:prstGeom prst="line">
              <a:avLst/>
            </a:prstGeom>
            <a:ln w="19050">
              <a:solidFill>
                <a:srgbClr val="87BC3F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5851414" y="2504158"/>
              <a:ext cx="2537612" cy="39371"/>
            </a:xfrm>
            <a:prstGeom prst="rect">
              <a:avLst/>
            </a:prstGeom>
            <a:solidFill>
              <a:srgbClr val="87BC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5794655" y="3067070"/>
            <a:ext cx="5958000" cy="101566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lvl="2"/>
            <a:r>
              <a:rPr lang="fr-FR" sz="2200" dirty="0" smtClean="0">
                <a:solidFill>
                  <a:schemeClr val="accent6">
                    <a:lumMod val="50000"/>
                  </a:schemeClr>
                </a:solidFill>
              </a:rPr>
              <a:t>Mr. </a:t>
            </a:r>
            <a:r>
              <a:rPr lang="fr-FR" sz="2200" dirty="0" err="1" smtClean="0">
                <a:solidFill>
                  <a:schemeClr val="accent6">
                    <a:lumMod val="50000"/>
                  </a:schemeClr>
                </a:solidFill>
              </a:rPr>
              <a:t>Suraj</a:t>
            </a:r>
            <a:r>
              <a:rPr lang="fr-FR" sz="2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fr-FR" sz="2200" dirty="0">
                <a:solidFill>
                  <a:schemeClr val="accent6">
                    <a:lumMod val="50000"/>
                  </a:schemeClr>
                </a:solidFill>
              </a:rPr>
              <a:t>Panda</a:t>
            </a:r>
          </a:p>
          <a:p>
            <a:pPr marL="0" lvl="2"/>
            <a:r>
              <a:rPr lang="fr-FR" sz="2200" dirty="0"/>
              <a:t>Suraj.panda@utkalhospital.in</a:t>
            </a:r>
          </a:p>
          <a:p>
            <a:pPr marL="0" lvl="2"/>
            <a:r>
              <a:rPr lang="fr-FR" sz="2200" dirty="0"/>
              <a:t>Mob- 8917387829</a:t>
            </a:r>
          </a:p>
        </p:txBody>
      </p:sp>
      <p:sp>
        <p:nvSpPr>
          <p:cNvPr id="31" name="Round Same Side Corner Rectangle 30"/>
          <p:cNvSpPr/>
          <p:nvPr/>
        </p:nvSpPr>
        <p:spPr>
          <a:xfrm rot="10800000">
            <a:off x="182879" y="1158226"/>
            <a:ext cx="11816686" cy="5276850"/>
          </a:xfrm>
          <a:prstGeom prst="round2SameRect">
            <a:avLst>
              <a:gd name="adj1" fmla="val 1549"/>
              <a:gd name="adj2" fmla="val 0"/>
            </a:avLst>
          </a:prstGeom>
          <a:noFill/>
          <a:ln w="25400"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5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428268" y="4391355"/>
            <a:ext cx="4892400" cy="101566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marL="0" lvl="2"/>
            <a:r>
              <a:rPr lang="en-US" sz="2200" dirty="0" smtClean="0">
                <a:solidFill>
                  <a:schemeClr val="accent6">
                    <a:lumMod val="50000"/>
                  </a:schemeClr>
                </a:solidFill>
              </a:rPr>
              <a:t>Rajesh </a:t>
            </a:r>
            <a:r>
              <a:rPr lang="en-US" sz="2200" dirty="0" err="1" smtClean="0">
                <a:solidFill>
                  <a:schemeClr val="accent6">
                    <a:lumMod val="50000"/>
                  </a:schemeClr>
                </a:solidFill>
              </a:rPr>
              <a:t>Sahoo</a:t>
            </a:r>
            <a:r>
              <a:rPr lang="en-US" sz="2200" dirty="0" smtClean="0">
                <a:solidFill>
                  <a:schemeClr val="accent6">
                    <a:lumMod val="50000"/>
                  </a:schemeClr>
                </a:solidFill>
              </a:rPr>
              <a:t> (Executive)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  <a:p>
            <a:pPr marL="0" lvl="2"/>
            <a:r>
              <a:rPr lang="en-US" sz="2200" dirty="0" smtClean="0"/>
              <a:t>it@utkalhospital.in</a:t>
            </a:r>
            <a:endParaRPr lang="en-US" sz="2200" dirty="0"/>
          </a:p>
          <a:p>
            <a:pPr marL="0" lvl="2"/>
            <a:r>
              <a:rPr lang="en-US" sz="2200" dirty="0" smtClean="0"/>
              <a:t>Mob - 7894994569</a:t>
            </a:r>
            <a:endParaRPr lang="en-US" sz="22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40574" y="4239366"/>
            <a:ext cx="4892400" cy="0"/>
          </a:xfrm>
          <a:prstGeom prst="line">
            <a:avLst/>
          </a:prstGeom>
          <a:ln w="19050">
            <a:solidFill>
              <a:srgbClr val="87BC3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15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9C4149-F7AB-71F2-32FA-0FB24A9C20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5" b="7415"/>
          <a:stretch/>
        </p:blipFill>
        <p:spPr>
          <a:xfrm>
            <a:off x="0" y="6550416"/>
            <a:ext cx="12192000" cy="3075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74829" y="1916534"/>
            <a:ext cx="1530195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U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1979" y="1560394"/>
            <a:ext cx="1579653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O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8652" y="1916534"/>
            <a:ext cx="1486732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7500">
                <a:gradFill>
                  <a:gsLst>
                    <a:gs pos="0">
                      <a:schemeClr val="accent6">
                        <a:lumMod val="20000"/>
                        <a:lumOff val="80000"/>
                      </a:schemeClr>
                    </a:gs>
                    <a:gs pos="100000">
                      <a:schemeClr val="accent6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</a:rPr>
              <a:t>H</a:t>
            </a:r>
            <a:endParaRPr lang="en-IN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672" y="1417909"/>
            <a:ext cx="1239444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K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61445" y="1916534"/>
            <a:ext cx="1540686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N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73344" y="1417909"/>
            <a:ext cx="1380323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37016" y="1417909"/>
            <a:ext cx="1163008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Y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2632" y="4718031"/>
            <a:ext cx="8446736" cy="110799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17500">
                <a:gradFill>
                  <a:gsLst>
                    <a:gs pos="0">
                      <a:schemeClr val="accent6">
                        <a:lumMod val="20000"/>
                        <a:lumOff val="80000"/>
                      </a:schemeClr>
                    </a:gs>
                    <a:gs pos="100000">
                      <a:schemeClr val="accent6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IN" sz="7200" dirty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</a:rPr>
              <a:t>For Participation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976" y="1643512"/>
            <a:ext cx="1163008" cy="28631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7500" dirty="0" smtClean="0"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T</a:t>
            </a:r>
            <a:endParaRPr lang="en-IN" sz="17500" dirty="0"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1069142" y="0"/>
            <a:ext cx="114300" cy="2403475"/>
            <a:chOff x="1069142" y="0"/>
            <a:chExt cx="114300" cy="2403475"/>
          </a:xfrm>
        </p:grpSpPr>
        <p:sp>
          <p:nvSpPr>
            <p:cNvPr id="40" name="Oval 39"/>
            <p:cNvSpPr/>
            <p:nvPr/>
          </p:nvSpPr>
          <p:spPr>
            <a:xfrm>
              <a:off x="1069142" y="2289175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126292" y="0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1972044" y="0"/>
            <a:ext cx="114300" cy="2649781"/>
            <a:chOff x="1972044" y="0"/>
            <a:chExt cx="114300" cy="2649781"/>
          </a:xfrm>
        </p:grpSpPr>
        <p:sp>
          <p:nvSpPr>
            <p:cNvPr id="43" name="Oval 42"/>
            <p:cNvSpPr/>
            <p:nvPr/>
          </p:nvSpPr>
          <p:spPr>
            <a:xfrm>
              <a:off x="1972044" y="2535481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2029194" y="0"/>
              <a:ext cx="0" cy="2588419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2881641" y="0"/>
            <a:ext cx="114300" cy="2649781"/>
            <a:chOff x="2881641" y="0"/>
            <a:chExt cx="114300" cy="2649781"/>
          </a:xfrm>
        </p:grpSpPr>
        <p:sp>
          <p:nvSpPr>
            <p:cNvPr id="46" name="Oval 45"/>
            <p:cNvSpPr/>
            <p:nvPr/>
          </p:nvSpPr>
          <p:spPr>
            <a:xfrm>
              <a:off x="2881641" y="2535481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2938791" y="0"/>
              <a:ext cx="0" cy="2592631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3700594" y="-218113"/>
            <a:ext cx="114300" cy="2403475"/>
            <a:chOff x="3700594" y="-218113"/>
            <a:chExt cx="114300" cy="2403475"/>
          </a:xfrm>
        </p:grpSpPr>
        <p:sp>
          <p:nvSpPr>
            <p:cNvPr id="49" name="Oval 48"/>
            <p:cNvSpPr/>
            <p:nvPr/>
          </p:nvSpPr>
          <p:spPr>
            <a:xfrm>
              <a:off x="3700594" y="2071062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3757744" y="-218113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/>
        </p:nvGrpSpPr>
        <p:grpSpPr>
          <a:xfrm>
            <a:off x="4479980" y="-114300"/>
            <a:ext cx="114300" cy="2777834"/>
            <a:chOff x="4479980" y="-114300"/>
            <a:chExt cx="114300" cy="2777834"/>
          </a:xfrm>
        </p:grpSpPr>
        <p:sp>
          <p:nvSpPr>
            <p:cNvPr id="52" name="Oval 51"/>
            <p:cNvSpPr/>
            <p:nvPr/>
          </p:nvSpPr>
          <p:spPr>
            <a:xfrm>
              <a:off x="4479980" y="2549234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4537130" y="-114300"/>
              <a:ext cx="0" cy="2720684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5471322" y="-114300"/>
            <a:ext cx="114300" cy="2761056"/>
            <a:chOff x="5471322" y="-114300"/>
            <a:chExt cx="114300" cy="2761056"/>
          </a:xfrm>
        </p:grpSpPr>
        <p:sp>
          <p:nvSpPr>
            <p:cNvPr id="55" name="Oval 54"/>
            <p:cNvSpPr/>
            <p:nvPr/>
          </p:nvSpPr>
          <p:spPr>
            <a:xfrm>
              <a:off x="5471322" y="2532456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5528472" y="-114300"/>
              <a:ext cx="0" cy="2703906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5950578" y="-243280"/>
            <a:ext cx="114300" cy="2403475"/>
            <a:chOff x="5950578" y="-243280"/>
            <a:chExt cx="114300" cy="2403475"/>
          </a:xfrm>
        </p:grpSpPr>
        <p:sp>
          <p:nvSpPr>
            <p:cNvPr id="58" name="Oval 57"/>
            <p:cNvSpPr/>
            <p:nvPr/>
          </p:nvSpPr>
          <p:spPr>
            <a:xfrm>
              <a:off x="5950578" y="2045895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9" name="Straight Connector 58"/>
            <p:cNvCxnSpPr/>
            <p:nvPr/>
          </p:nvCxnSpPr>
          <p:spPr>
            <a:xfrm>
              <a:off x="6007728" y="-243280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6940285" y="-243280"/>
            <a:ext cx="114300" cy="2403475"/>
            <a:chOff x="6940285" y="-243280"/>
            <a:chExt cx="114300" cy="2403475"/>
          </a:xfrm>
        </p:grpSpPr>
        <p:sp>
          <p:nvSpPr>
            <p:cNvPr id="61" name="Oval 60"/>
            <p:cNvSpPr/>
            <p:nvPr/>
          </p:nvSpPr>
          <p:spPr>
            <a:xfrm>
              <a:off x="6940285" y="2045895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6997435" y="-243280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>
            <a:off x="7829966" y="-218113"/>
            <a:ext cx="114300" cy="2403475"/>
            <a:chOff x="7829966" y="-218113"/>
            <a:chExt cx="114300" cy="2403475"/>
          </a:xfrm>
        </p:grpSpPr>
        <p:sp>
          <p:nvSpPr>
            <p:cNvPr id="64" name="Oval 63"/>
            <p:cNvSpPr/>
            <p:nvPr/>
          </p:nvSpPr>
          <p:spPr>
            <a:xfrm>
              <a:off x="7829966" y="2071062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7887116" y="-218113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8886347" y="-218113"/>
            <a:ext cx="114300" cy="2403475"/>
            <a:chOff x="8886347" y="-218113"/>
            <a:chExt cx="114300" cy="2403475"/>
          </a:xfrm>
        </p:grpSpPr>
        <p:sp>
          <p:nvSpPr>
            <p:cNvPr id="67" name="Oval 66"/>
            <p:cNvSpPr/>
            <p:nvPr/>
          </p:nvSpPr>
          <p:spPr>
            <a:xfrm>
              <a:off x="8886347" y="2071062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8943497" y="-218113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423953" y="-114300"/>
            <a:ext cx="114300" cy="2403475"/>
            <a:chOff x="9423953" y="-114300"/>
            <a:chExt cx="114300" cy="2403475"/>
          </a:xfrm>
        </p:grpSpPr>
        <p:sp>
          <p:nvSpPr>
            <p:cNvPr id="70" name="Oval 69"/>
            <p:cNvSpPr/>
            <p:nvPr/>
          </p:nvSpPr>
          <p:spPr>
            <a:xfrm>
              <a:off x="9423953" y="2174875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9481103" y="-114300"/>
              <a:ext cx="0" cy="2346325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10345454" y="-114300"/>
            <a:ext cx="114300" cy="2779960"/>
            <a:chOff x="10345454" y="-114300"/>
            <a:chExt cx="114300" cy="2779960"/>
          </a:xfrm>
        </p:grpSpPr>
        <p:sp>
          <p:nvSpPr>
            <p:cNvPr id="73" name="Oval 72"/>
            <p:cNvSpPr/>
            <p:nvPr/>
          </p:nvSpPr>
          <p:spPr>
            <a:xfrm>
              <a:off x="10345454" y="2551360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10402604" y="-114300"/>
              <a:ext cx="0" cy="2722810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11309287" y="-114300"/>
            <a:ext cx="114300" cy="2777834"/>
            <a:chOff x="11309287" y="-114300"/>
            <a:chExt cx="114300" cy="2777834"/>
          </a:xfrm>
        </p:grpSpPr>
        <p:sp>
          <p:nvSpPr>
            <p:cNvPr id="76" name="Oval 75"/>
            <p:cNvSpPr/>
            <p:nvPr/>
          </p:nvSpPr>
          <p:spPr>
            <a:xfrm>
              <a:off x="11309287" y="2549234"/>
              <a:ext cx="114300" cy="114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11366437" y="-114300"/>
              <a:ext cx="0" cy="2720684"/>
            </a:xfrm>
            <a:prstGeom prst="line">
              <a:avLst/>
            </a:prstGeom>
            <a:ln w="19050">
              <a:solidFill>
                <a:schemeClr val="accent6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812409" y="128042"/>
            <a:ext cx="2567183" cy="1343468"/>
            <a:chOff x="10248931" y="128042"/>
            <a:chExt cx="1523970" cy="797530"/>
          </a:xfrm>
        </p:grpSpPr>
        <p:sp>
          <p:nvSpPr>
            <p:cNvPr id="31" name="Round Diagonal Corner Rectangle 30"/>
            <p:cNvSpPr/>
            <p:nvPr/>
          </p:nvSpPr>
          <p:spPr>
            <a:xfrm>
              <a:off x="10293973" y="161991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rgbClr val="87BC3F"/>
            </a:solidFill>
            <a:ln>
              <a:solidFill>
                <a:srgbClr val="87BC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ound Diagonal Corner Rectangle 20"/>
            <p:cNvSpPr/>
            <p:nvPr/>
          </p:nvSpPr>
          <p:spPr>
            <a:xfrm>
              <a:off x="10248931" y="128042"/>
              <a:ext cx="1478928" cy="763581"/>
            </a:xfrm>
            <a:prstGeom prst="round2DiagRect">
              <a:avLst>
                <a:gd name="adj1" fmla="val 0"/>
                <a:gd name="adj2" fmla="val 27614"/>
              </a:avLst>
            </a:prstGeom>
            <a:solidFill>
              <a:schemeClr val="bg1"/>
            </a:solidFill>
            <a:ln>
              <a:gradFill>
                <a:gsLst>
                  <a:gs pos="0">
                    <a:srgbClr val="87BC3F"/>
                  </a:gs>
                  <a:gs pos="50000">
                    <a:schemeClr val="bg1"/>
                  </a:gs>
                  <a:gs pos="100000">
                    <a:srgbClr val="87BC3F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 descr="A logo with black and green letters">
              <a:extLst>
                <a:ext uri="{FF2B5EF4-FFF2-40B4-BE49-F238E27FC236}">
                  <a16:creationId xmlns:a16="http://schemas.microsoft.com/office/drawing/2014/main" id="{59A857E5-0CA7-DC6F-3A62-91958B9EA6C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4" t="9196" r="3927" b="9335"/>
            <a:stretch/>
          </p:blipFill>
          <p:spPr>
            <a:xfrm>
              <a:off x="10305238" y="197533"/>
              <a:ext cx="1366315" cy="6245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732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3" grpId="0"/>
      <p:bldP spid="16" grpId="0"/>
      <p:bldP spid="20" grpId="0"/>
      <p:bldP spid="19" grpId="0"/>
      <p:bldP spid="17" grpId="0"/>
      <p:bldP spid="22" grpId="0"/>
      <p:bldP spid="12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1126</Words>
  <Application>Microsoft Office PowerPoint</Application>
  <PresentationFormat>Widescreen</PresentationFormat>
  <Paragraphs>291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SURAJ KUMAR PANDA</dc:creator>
  <cp:lastModifiedBy>IT</cp:lastModifiedBy>
  <cp:revision>198</cp:revision>
  <dcterms:created xsi:type="dcterms:W3CDTF">2022-12-09T05:12:31Z</dcterms:created>
  <dcterms:modified xsi:type="dcterms:W3CDTF">2025-12-22T06:54:59Z</dcterms:modified>
</cp:coreProperties>
</file>